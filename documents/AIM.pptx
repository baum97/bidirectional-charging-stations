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1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9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91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085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705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25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182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191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100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04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44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3295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34C13-3BE3-455D-BE03-60921215B821}" type="datetimeFigureOut">
              <a:rPr lang="de-DE" smtClean="0"/>
              <a:t>24.03.2025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4439C-E1FC-4453-A6CF-FE410F138F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493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umo.dlr.de/docs/Models/Electric.html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AutoShape 3" descr="data:image/jpg;base64,/9j/4AAQSkZJRgABAQEAYABgAAD/2wBDAAUDBAQEAwUEBAQFBQUGBwwIBwcHBw8LCwkMEQ8SEhEPERETFhwXExQaFRERGCEYGh0dHx8fExciJCIeJBweHx7/2wBDAQUFBQcGBw4ICA4eFBEUHh4eHh4eHh4eHh4eHh4eHh4eHh4eHh4eHh4eHh4eHh4eHh4eHh4eHh4eHh4eHh4eHh7/wAARCAIaAhk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5PVlYlSOhqKaAE8d6hEjLK3puPb3rQshuYZxisn7pa1KDQNj7tRMmDjH6V0MsKcDHX2rLvomR+FP5U4yuJplRFAHNSI7J0pqqT2JpTxiqEW4Ln5lLcjNaNzeI8AWNRWGVYHgdqkjY4wR+VJq4DZssx4qLaQf61bOGX096YV5pgQGL3zQF54rp/DPhfUdacCCFtp74rprj4VavDGZFXJx0xRqTzJHntlO8Lg/l7V0ljqHnFY+pqveeHbvTrkw3kZQjpkdaRI4rVgwbpXPWgnodNGo0eseFPBFtqmnefMeWHGK4rx34PXSbolT8tbPhH4lx6Rb/AGa4QsB0IrM8aeNIdcJMS7RXFSp1KcjrnUjUVjjpNOAXjPtWfPZyx5+UkD2rf0e5We6WFwOTXpVh4f024sFaREyRya1niXTaRnHDxlG5jfAzwGNfvVu7uMmNTwCK+lLLwbodpEqNHGCB3rD+C2kwWVq6wqMDpiuD+P3i/XdA8QRwWMxjiIyfrXpU2nG7PLnfm0PW7jwjoUg/5Zj6VQvvh5ot5aukYUkjivmofEzxQxB+1Gvcf2evEereIvNOoPvVOAfWnaLJakjwv4u+Gn8L6qUWP90xOMCuBSdiec5NfTn7UejG4tYpIk+YH0r52fQ7uNx+7yMZrOraLNqTuivYafc3zkW8ZYj0HStm08PqylbrMbAdPep/CuqLoly0VwmM+1dpp0VjrOm3F5IwTOdvPSueU7G9meU6jara3BjDbvSks8rJyuRRqhxqMqht6qxAPrSxykYIGTVtAmbMMCyqNozmtPwzodq2rH7cyhMZwa560vnSZQ2RXQ2qLcMDLMQccc1DVgZqeKNL0uCP/QWXPoK5a3VfOIda1bqNhlVYtVbTXtf7Vt4775IvMG8+1Va+xKk0YWqwASnYODWftI4xj6ivW/ijb+F4bO1k0mSLzSo3KhzXmcyxyHCjmm046MqEudXRSX7pqSPd3Fb9n4V1S501tQhg3QrVW3syDskXHPNTco7j4TfD+58UXSzMp8kHPSvfbT4QabHbIjIhOOaf+ztZx2/hPciDds64rgfiX8Ude0PxXc6fBIRHGeK3hCPLdnLOpJysjuX+EWl5Pyj8BXOeLfgvYyafLLaDEyglcCuNtvjZrxZQ7CvcfhLrt34m0H7beKMscUuSDFzzifOvhHV/+EN1mbS9UVl2twa09d8QWOo3hniYEGp/2idFW38SmZVwH74rofhN8MNI1bwn/al5ckyMpIGelclWGvKjrp1ElzM8q8Rtb3Efy4qt4X0u2uLxFlIxU/xR09NC16Wztpg6AnFYfh7VDDdDzZNo9ay5JKOh0qSkzuvGeg6fHpnmRnDBeAK81eKSJ+ARg10Gq6688xiEpaMe9VYpIpuwohKSWoOK6GXNMzRhWB966n4Uz2dt4iSW5x0wpPas9bKCX2rY0HwvLdTB7aTB9qmVVIv2V0dF8ZG067gt2t2UvnnHpXn1hp4nkUR4LdOK6nxX4V1a3iEshLoBXN6VdPp9yJJFPB6Gmp8y0IUOVFy70aeCMEr9KooHif0Oa6hdZj1FB8oyO1ZtxErTEsNuTS1KjK5DFcu6BDk0q2+452mum8J6Jb6heJGcHJrqvGfhODStNEigAkUJNq4pTSdjy2a3MeGWprad14K1Zu4Co65qKBPm5qTVMsWrebdwjuXFe5+GtZGixWjyNhOAa8h0CyWTUrc9gwr0TxLF/wASpFUcgDpXbhFZNnBjJXaR71LHZ+IdDCyKskciVyGn/DfQ7O++0rbgtuz0qt8Dtca707+z53+eLgZ9K9G1TZa2rzsRhVJrp0aOO5xfxC1+30Hw+8cLKsmNqrXFeJLh5vh/LcScM8Oa4j4g6zceIfG8On27M0YkAIHfmuz+JmNN8Crb5wzIFxXNNtps6YRSlFHgiruZgfWiS3xyM1Mqr16HNP3ZXaOa8lntoqCI+lWrTT5biRQinnvWjpdg1zIFxxmuztLK10628x8ZArOTZfMkV9B0mGwthNcMAQK8z8+H1Fdjr2svcSmGPKxg/nXmu6t8IneRzYpbM4Zwvmv9TVi3uBGNueaqS/61+P4j/Om5+te61c8ZOx0mi3MTXH70gjtmtHXEtmgUptyfQVxsTSKcgn862dLdpp0WVjtyOprmnTs+Y6IVOZcrLMGj3k8fmwWzuvfArOaExzlZVKMD0I6V9O/DnRdPl0GIhE5XmvNfjX4etI9YjawVFlb74UcYrno4pylZo0qUFbTc8wkEe35ev0quFB7VozabLbr87fhUNui87sH6V3KSZxtWZBDEzNtA+lbGk6P9p1C3hc8Mwz9KrXDRxKGUYYDgVL4f1Votct2c4XcBQncHsfR2hxab4Y8Pi6aJfkT5QB14rnbX4tJPq620+mFLdmxuNdRb6a2v+GkWM7vkFcDd+DdQfURax2ePmxvxXVFKxxN6nXfE7R7LWPDn2+1VUcJvVgK+aL6aTznVm5ViOa+ovEkX9ieCPstw/wAyRYPPtXy3qDK95KyjhmPFRUSsmbUZO7RWyxPJFSq3AxUQUk8fpVmC2kkBbBwOprFnRcmsZXgmWVeqmu30nXri5jS3MxQd+ap6H4Ygu/D0l6ZsSjOB6Vz1s0kN6qqxG1sVlKipO7LjXaTSPsH4JyqtgkbNkle/euH/AGo9Almljvo0JC96d8NtYl0uCwuJm/dOQrGvcvEmiaf4l0VfMVXR0yDXTy2RyKSbPgm1gkkuBGFJOcAYr6x/Z50KTR/D5upU2l13GnaZ8I9Gtr9bho1bDZxiu58R3Vj4Y8JTMu2NUjOPrUx3Km7o4D4zSJqWjzsMEx5rwGW9SOMK2Cegr1K91STUvAOoalI3BL7SfQV89XeoySMFDEnNFdJ2YsNfU29X00TD7U8gVfrWauqXFrbNawzMIz6Gt8+F9dudCivd+6N+iDqRWJJoV9DceTJAyP6EVlCF9zd1OzM8W2/5mya09A0j+0rj7PGwVs4q1ZaPdP8AJICq082N9oV2l9aqSFOc9vxp1Y3joKnLXU1Nb8B3WlaeLyWRWHpXHzzXEbgJIQRXT3fiPW9enS3mYlCcLGorJ1fT5bG6/wBKhMefWsYXWjNXqGmanhNkmWb1NPNs945cc1b8NaKmsapBbo6xqzDLGtnxDpK+HfEdvpjXCvDIV3Op+6CaHK0rCtocbc2Eq5JycVHaRusgDLgZxX0D498OeCLLwGkmnyxtqbIDHtfLOfpXgOp+fFNteMx4Pem77MKcrq56taQapZ+D/wB3PGYHX7uOcVwl1ZzNfwjay7mGMjFdL8I/EtjFqcUfiC5LWkfRX+7XR/FPxJ4d17WbGPw7CuI2AaRU2g1NmF7M9z+B9ulv4dWLcM7OlfPv7Q+mzQeNZrgrhX71658MtXbTtctdPupNqyxjANdF8Yvh0vim3E9ttE2ODjrXZb3bHIpe9zHxxBEXcYGTmvrn4D2sum+AY5ZwV3cjNcJ4S+Bl+moo+oSKIlbOB3Feq/EK7tPCPgf7PCVQqAiAcc1EItasupPmsked/H2yW8tYrwEdcV5rFeeI9B8PFbPVpIbd/wCBa9C+KFy03gqwZiS8oDcfSvL57fUZNP8A+JiHW3xxkVhXkozNqMW43OJ1yea7n82aZ5pCeWY5rLMUv8Kk/Su8tNBsprCSdZkYr2zVG3SG1nwY1dSfSpRtzpI5SPevDKR9a0rA7jheT6V6Pp3hiLX7F0tLHdKVyOOlee6nZ3Oh6tJazLh0OMVEky6c0yO5uZYZypOPauh8F+KZNNugZTlfSuVn3TyFmJJqSC0lbOFIx61lKMWtTdSZ7DqXjzTr608hlGSPSufg0a21l2NuuSfSuAR1RirEk13nw18Q2umXLfa/uEcGsZUnFe6UpIsW/hz+zLo71wPpWZ4rsJSVaIgfSr3jTxgt1f5s1wgPX1rFXXPtRHnYX8acVJbhoyLw7qOqaNqEdxGGkCNkrXV+KfHF/wCIIo7d4RCi9eetVtHa2mI+6c1dvNFtpH3RkKT6VtdtWMW1zaoxAoaHk5NQ+W2/GBitFtMnjbC8j1qWztN0u2RcGpsXzINFuPsd3HI3QHmvULe5stR04N5it8vT0rgbjSWEQdB+VXNGt7mB12FsHqK6KLlHQ5a/LPU9B+G8LWeuFo5MKW9a9a8TLNqGiPawyBJHTGTXkvgXcmqxK+eW716Z48kk07QvtETYbbXXG6Rxu19Dzfwz4Dj0TWZNY1OZGKklc1xXxk8Tx6ndiytpMwxHnHc1d1rVtY1RWikunEf91eK4y40SeS4JK9T1NcFao2uWK0PQw9JJ80mYVvDJI+0An2rb0vRZJH3SDC9607Sxgs1zIozS3mpBYisI/GuFxPQU+xNcSWmlwZGNwFZF1rMl4MbsLVTUJftEJLNk+9YqySRSdTgHmpcSos2DDJOfkQsfYZriPKf+6a9++C2peGVjuP7TMQlxxvFebfaNL/2K6cLT0bucuJq6qNtjw1xmV/8AeNPjjZ+FqfyV85s+taNhFHvAPevXbPLM1Ydh+YVeto2U7vun2rZOjG4QzREYXtWVfSJCdvRgelRJNjhJXOw0HxPqum2ohhu5ET0zRfa99pkMtxKXc9ya4salmPaKpSXErMSWPXua5fqqvc6vrB0WpXLX8whtx1o03SZra+hkvVPk7vmNZuh3nkXSSEdDXcvqNneWQi4LEYqakp03ZbFwjCab6lT4hDRfs0BsGj8zAyE9K4ZI2EqyL1ByK3NY0aVGM8fK1m20UklwkEcZd2OABXTCceU5pQadj6F+AXib7RaLZzPkgYANeuTRqp87ao75xXyp4IuNQ8M6/EZ43iVmBIIr6M1PxXYp4X+1rIu4x5xn2rohJM46kXFnl/x115p1Onwt8zHBA9K8OksHDiuo1/W5rzxE17Mu+EvgA1lauWl1FPsakhjnAoqSTZVKLiipHYLGuZBWtoLWZSS3m2g9ie9OtYfPl8q4zGR2qa60dY4TJH1HTmsbpGtmxEljs0lgSVhGcnANZVpB52pp5YyGcfzrSsLKG6LLNIVYA1Y0m3FldJNcoUjVwQT1NCmr2DlaR6r4ot/7P8B27odrqq4Ir1n4B+J/7d8JRwzSbp4RsYE+leYeOo5NU8HWh01GuEZVyUGcU34PzXnhXUF88OkcxBwa7pQbR58ZpM+jpIxG5Y9OteL/ABy1J9Ui/suxuATvAcA165rFxPd6BI9iAZXjOz6kV4Vp3gPxdP4gS61CLZCZd0jl85Gc1zzg3HQ6oyjzakPizTW8P/BhbedcSvGS2PUmvm+UfOGUcCvqz45Tw3HhxdKjZWZQAwB6Yr5vuNIkScqIyV9qwlXV7djelQaVzofCviXVLp7aygZcQ4+Ru9b2r3stzqAmvLbyHxgZHFebRi40+8FxDuR1PBr1rw3r+j+JfC8mn6kscV7GvyseCx9jR7RrYmVNLoU7eISfMu0irNhdWVxK+ni1a8nYbVRBnmtfwf4Ok1Ax2zXqIHXe3zcqO1cjreoXngXxrcjTXinNu2NzjcDUutd2QKl1GaO1hoHiK5udYQ2T25O2Jlyc+1YXifxCmvebuiGWkyrYxgVn+MvEt34k1ZtQ1GOMSPjiMYWscyNIgRF2qP1qVB21Nro0JZG0vyxHcAuRkbG5FOuNYa7iSOYF3H8ROTWZ9nkY7jUkMbLIGCg+xquRPUXObujT3f2tLiEmYp/CxzgV6VdeC9A8QeDf7Sh1BV1PvHnkH0xXD+Dre1u7mWNZ1gmVCwVuM4oufEUUE2+JdssTY3oeDWTi73sVfojnte8P3+h3Gy4QjPf1rT8EGS88QafahTzMo/Wty3nXxReIdTuhFCPvOewrttB8LeG9J8WaBeaPeyXMc0gEvmD7rdsexrWm05JMzqXUWWPijeS6D4l0ye3JDRAFgPTvX0Z4I1aLxB4WtL6GQNuQZ9jivnf41Wck3jxbYrx5Q2/jXWfs/wCvzaFqj+HtQLLE7YTd0Geld049Tgpy1PbpcwKzyHAAzmvmL48eKZtY8TRaXbyloIWGQp4Jr6F+LepTaX4OvLizieWYoQoQZPNfLngHwtq3ijxnArW8zJ53mXEjKcKoOeayabskbJrVs7T4vXa6N4S0KSSLzCFXK+vFeceJfGD6/ZLaWtqltEqYOTkmux/aa1GObV7bQbBlkFlH+8C84PpXiV1ZapYIlzNBJHG/QkcGsK8YuRtQfuksb3UTtFC7kE9BXXeDdHildpdWm8pFXcAT1qjomuW76G2lw6TG13IeJsc10+laXp2h3FtfeNJmktplJWCNufbOK53zNWR0XijQ/wCEum0iBzosAKKNpkxxXmfiOS+1LU2vrnO6Q5LVt+K/EVndq9to8Qs7DeSkZPzEds1z2oXlzLaRx718sdMdahOWzZqopO9iYLaaXfRNMy3Hy7iF7e1VdT1I3V28kEfkoegFZ5yOvWkByce9Vyou4x2ZZd3JHrVuC6wOOK0dOXT2gMc6ZLfxelZt9BHDNtjIZevHOKGCeo9nLc+tLHuyKW3jVotxbGKsRJkgKvPrWbNUX9NvJLdeDg9jWzbajfcPuLL6GsKO1kS4VSMmulNjMbNdnWkrmcmupv6Rq0bKqzRgHuTXT2FvYXxU7Uya88sHkJ2MpyvoK6vQJUTHUNXXTab1OOqrao606LGMbDlfStOx0WNQPl7daj0aSOQDc2T7mulsFjMiAnjNehCnE8+dSRLoHh6RrmKaNMbWHaup8eWNxdaakG04x6V23hLT7P8As+Nl2scZzWrqGn20lu4kVcAGqfInYiMZuN0z5ttPD0Md6TMAF75Fc34xa3sZytuA3pgV6h4tWG3vpFiw2DwK4nxFcab5X7/ZuI5GOlZ16Ca00NcPiJX11PKtRvppcqqnGay55pCgTb+lemW76KIzujjPuRWBrR0tpz5KJn2FeRVw/Kr3PYo4nmduU407ivzA5qpJgseleny6f4cm8MG6LItwFOQDzmvMgjT3pihUuM9q4pqx30pqRCG2v8jEH2Nczuf++3516lpXhtVAmvBhewNcH5Nv7VthXe5jimtDgJWG8nvmnW90yNx1qhKT5rj/AGjx+NERweK9do8k211q6jUxQsRnjiqc9jfSAzvDIQec4qzpMtlDMks65ArvbLxDpNzpr2qopbbxxSuSzziGykYDjGeK3F8LTtpxuQ3IGcVn391tmZYxjnirum61f4FsxJic4OOuKaQ23YxCrRPtbqDV2wvnilB6gdq3vE9jaNZxSWtq0bKo3H1rm4FTbuY81M6f8yHTq31izuNCv4Lxlgn27W45q1e6ItjqEWo6eAxQ7ivrXGWBdpQsIbOe1en+G7CZNM+0XcueMgMa8+rF03od0ZKa1Hrq+lalHJNqi+XOqYXjpXKarr0xtXtYZWaLkDntXSXmmWerN5cICS+3eqF54Pmt0xJEw98UoV1EcqKascLGl5eN5MKknr0q/wCEL4ad4gjN9HlUbDhvSuw0DTILOaZboPC+w+WwXIJrlZ9LmvJ5bmcfZ0VjljwTzXRTrqbZz1KLjob+vXthH4vt9Tt7QyWLOCyKOvrUfi66t73VDcWQa0tD/CeDn6VkXWsQQWcdraRF2j43t2rIkmlmzJNIW9K2UW9zB2Rrpf2ti263iMsv95ulQXl5d6g2+ZuB0A6CqUIMmDgVsadaF8DaPwreEFcxqTdjpPBHjbWtBtxZxqLi37I4rS1LxNrWr6pb3D24t4kYHagp3hXRLWRi1wuQMV6JpfhmO8hWOG2XH97FehCm7anmzqq+x6RBdTx/D6K/gk2uIgQfevGNe+JXi9BJCjoiZI3BK9yttLuofhmsHlkSI4UfTNeX63ZvFFcQzWcM0cww2UAZT6ginToxlF3InXlGSseTJr17NeNLeu8pc5Ysc12nhnQ7LWtrxKpbuMVzl74buHvCltC7jPBA7V1Xgq3TQJPtF9qK24H8IOT+VeRjMG/sns4TGraRmfEL4f8A2ZfOtouo5FeXzWM1hMd6NGw79K+kLjxpot+62zneOgdlxmuR8b6fpepoV8lAx6PGcGvPi6lLSR6D5amqPH7TxVeaTcK0NzN6Ph+SPSk8R6rp+vasi6Ok1ssygOLiTOXxyc1D4l8PTWcrbP3qeqjkfUVys0EsbHGT/Ou2EYy95bnLNNaGvc2dzZt5dxESOeCOceo9RUUalT5kDZXuO4qXStcni2W98Dd2uR8rn5l/3T2NbtzoMd9aNqegSiZAC0kQ++n1Hf8AD39K1ehncyEuC6Y24qW3t5p3/dxs30FSaJB9ovljls5ZJAwXYn8R9K9FtX0PRLe7j1eWNbtrcCG1s/maJyT95umcYpXFc5/QPCF/fDz3gk8oZzKTtVfxrFtNNsbPWLhbrdPZo/Y/e+ldLqPjjUr2xXTFK29mo4jjGNx/2j3rl7qQ3d4pvHYx5Acpwce3alZsa8y3NdWUTNFYRP5Lt8u45IFdrpOqaotnZLPA628A/dMFwU5zn864qKGxt9QeTT2kkgB/dmdQGx7ivU/hb4m0i31mNvF1l9r0zymGxFzhsccd6n2UnLQcqsYx1OnPjXwnq/kXHiGxmGo26bRPCuQ+KyIdR/tXxVFfWNu8UKOoBIwcZ71z32OG81C6l0+BoYHlZoozyUUk4XPsK3tE0i8t2WZcjnOM16LjO1mebzQu2j2Hx34j1DQNCtrxIY7hWABWToeK8k8UfGnX1s3tdJsLPTWcYaaMZf8AD0r1H4qW73ngjR0VTuljVjx04rwDWtG8uU71P1xUWmo3RalByszhzf3kmrtfXEkk8jtukLHJbPXNek3GraB4r0m30mZksn4XLjGD9a46400LcBgu1FPQ96q36Q/aGaFfIXOQoO78q46kb6nbCSZ0HiHwzZ+DY7lhfo8pCmHuWB7iuH1W9urz52d5f9t23ED0rrLPRr3xFPa290ZmUqEjHLN7VzOu6PdaNqN1p1yHSSJ9uGGCR9KwUk2dEY2RRi09/J+0SxuYm6OvOKlbTZ9m6B1lQD15rQ8O3VzaZh2K8TkZDKCK09Qi0u1mV5fNhMoyfJ+ZQfpSaY1M5yw0fUL+TyrWzmmfphEJqO90TU7W2+1SWsqwZwHK8V6H4S8VTaLYyW9nJAsTsridl2um05P41yHiHxBNqN3dFZSlvK5KwoTtUE5xU3Zom2YFsTn5s4A5pZDub5RgUpjkk+6DtHU4qzb2jkx5QgMePepNEMtY3kcKiFjnoK07myuLZovOHk5Gfeun8YadpulrpZ0aGVZ1hBuHIyC5GawlhuLm6U3vmM0h4z2qHuNSuiTTfNa58wAuvTJro7e+WRFs8hZCcZrMhku4JV0VrdIjuxvIwSKs+ItHj02ZGTUIJnwCyI+XU+47U1IzaV9TeuY7PSY42lwxfnNRpqFuZAYeAa5G7ubmWQJOzkqOA3pUulvKxLZwFPetFUsS6N9z0rSNUZSPmrt9Bu2upI0iJdyeAK878HaXfa66xQIYx/fPSvQU1DT/AAZaCDia9bqeuK7KGI/mOKvQXTc9Q0vUJ9Gt0zcHeR93PApNc8aXJtSitgkckV5VbeJpNQl82SXJPbPSl1bV9sfLV6CqK1zz3SknylvXtaILTbgz+5rm5r7TtU/d3KqjH1rD1jU/NJXd+tYLTNuO/OK8/E4nU9HD4XQ39a0OSGMy2UnmKR0zXG3C3Mc+HjcMD0xW9ozauZg9s7iAHnfytd9Yan4TW3VdRWE3GMFiOhrzZyU9VoehG9PRq55zpOhXl/8APNuii7k1emOlaMvl2qLJMOp61veJ45p4z/Y9xG9ueyHnFcBqdvcwy7ZY3RuuGGK5p6HVB8/U021WSV8TyAKegFeeeYvtXRzhlxvNcZmtcL1JxMbWORks5jG1wEJTccmoccH1rYk1FV042aqASSCazWVFTKtk969lnjkUQYuABn2rofDemXNxeYEbKm3PSsKLMUquen0r0bQ72Se1toNPjRrqQ7VXuazm7IaOY163t7SbDf6z0qPS3ZZkmEe5VINS+IoLqHWZLfWYzDOrcjHSm6Rcafb6ksd19olsjnJiHzH6ValtYlxutWdF4m1q3vrGK2tICshADcd657UNFnsbcXNzwWPA96hvL0zoqQWwiQn5iDktWhalLmD/AImk1zcRorosSyYYEqdhyc/KG2/UAjiqqTlN3ZFKnGmrIijvoEtY1hRVl7kV1Ohz3d5ahWuWK+gNcFLa3ENy0DRsXB+6OtdV4etL60iE1zItpAe7nBP4Vx1o3jodlKSi9TuvB9qi6tEspON3Jr6OXwhot14bimllR1dR83cGvmfTPFOnacN1rCbmYdZX6flWg3xKupWWCa8mtYCfmePJ2j1ArzlRknqjrnUUrWZ6P4n0vR9HVVjhgupGB2szhdv1zXlc/gfxTr1zLcQWAMLEkHzUCKPrnFZb+NZ7m4kE588ZKxyMvJGe4NS22l3mtWk0+n+Yij/WQK/H1xXRRtSfvIwqxlNe6yWf4Q67HF5k2oaLEO+6/j4/WqDfDpkbbP4n0BMdvtinH5Vn6sslnaLahZFbkyA5Bz9KxrZmluVjLKpY4yxwBXp06kZK9jgnTqRerO4sfAmnov7zxbomfaUt/IV0Ok+D9JQBpPFmmkjskUjE/ktcdeaPeaKYftkSmO4TfDIpyjj1Bq9p1w6FdrECuylynDU5u56hY6RpdmsSx6rFcZP8CFcfnXs/wo0axvbkK0ikKm4DPWvn3QZZbl44lVmkJAUKCSx9BXsGjNN4XtIpNQuPIvmAaO1VvnQer/3fpXW9Y2Rwr3ZXZ7z/AGNZtb/Z2T936YrxL4uWWn6TqzxwokgC52nt7VozfEfUvs7RpdY4xnvXl3jHXJr25ke4cl2PLMaVKnKF+ZlV60KllFDZvGkNnpr2Y0GwZX+8wZ1J/I1wuq+KNNjkZ/8AhGdOdj/ekl/+KpusXSorKyncDye351x2ozCSYpkMPVCDipqyVi6EGbw8aaergnwrpRGenmSj/wBnqrq3jTT7gHy9HWzbHAjmZk/Xn9a5pLC4uldrVGk2DLkfwj3qve29gbeNLdLhp85klkYBT7BcZH1NebUano0epSj7PVP8TTi1dZ5FVkdVJ67tyj+oqW60Wz1CEOsIRz92SM/KfriuYuYJIZnktwUXcdqq2cD096u6LrLW9wFlkaLPBIGQfqK5J0XHWJ3QqqXxDtT8IXlrEsrQs8bfddRx+dVdMstTsrrzrBpFdeoB5+mO9em+FPEMGwQ3DrGkhwQ3zRP+fT8a62LwlYaxsbTwltK7ZAY5iY+x6j8c1ySxM6btI6Vh4yV0ec+Hv+JzqJubiIWd1DAQ6wIVefHt0B+mOlZF/wCHdbtZ3kl0jUE3E4Z7d+R9cV03xL0HUtH1WW3udPNqByDGcj6g9xXLLr2uQLHFHq17EF+6UnYD8MV2UZxmrnFVhKD0M9tLv42JezuF55zGRSS28yqD5cmfQqRWyni/xapx/wAJNq30N25H860LTxt4qTHma1cyj0l2v/MGuqMI9zmlOS6HP6baSk7mU49K6XT4WyqkEe1a9t441pyDIbN1OP8AW6fA/wDNK3NM8ZXTYEmnaI59TpsQP6AV1U6aT3OOrVk+he8L2eyNW25ZzxXp3hzw217GPLiLNj0rjNJ12a4eNns7ND/CIoQuPyr3D4Xaxa20MsN7GsPmYKOf89K6pyXLdHJCPNK0nYb4o0GZtLtIVhDrDaKmSDwfWvHfE+gRifYYvnzgLnANfT93q+lQ2zFriKQY+6DnNfPvxEvoHupXhXq5wF7VFH3lZouulCV07njuveG9VF9KraXdKQcbFibj9Kxrjwl4gl+YaLfnHcW7f4V6Dq+va0yKTqt2vy4UCU5AHSuN1rVtUIPnaldtk95WrCrRitWdFKvN6JGjpsHjPTb+31XS9NnS+RAh82HhMLgYBGOlYWo+B/G2q302oXum3M80rF5JXdOT+dZN1dXEm5fOlc5/if8A+vWb5F/PKRG0iju2TiuGUacDvjKpI66y8J3+mxNJqmkyeSo5JmRcfrXHaxcWovGWzZsL0yQ2D7etS3eianDKiy3DvFKuQ4YlT7UtrotsZYovtJilk4Bl4XPu3asZyT2NqatqzH8m6uNzRxtsOcseAT9ao+Vlj0z2rurDS5pvD88fmSzCJk2gp8sTMfuH3IBPpxXTX3h/4c23hC3vrPUJ7nW4yGeF1IIYHOCvp2rFysdCZ5xpl8tp4eu7dlVftLKm/YpOQQcZPIHHavQPhvpmiXViqQyQXuqOxH2ecffQ8fu+MbhnPODxxmuE+IN9PrmoNqFvocOmWygfurZDs/3j9awNL1GeynSRGYEHjBIwfWnGPUJO60PoObQLGPT4rOZpLsIrSSr5ZSSKQHAUqcHGME1X8UeGGt9Ftb3S7tbqCWFXYhQrxNk5Rc4JOecCsPw98RtOutK2+JZZri6Qhbe9Visycc7jgh19jz7gc1cuvH9v5oXw5BsJ+/eagoIPbcsQ4XA9cmplBdSE5PY4ea68u+dbr7S12rdJc7z+PatG1024Pha/1VSpW2ljWRTHkuXPHzdqt3/2Ntcmvr2WXV2uGDLdTKYmfp92JTntxn8qvx2OoahNI13IbezlZW+xxDA+UYXI6dKxd5O0Te6iryMbxBef8JFNbLpumtHMkKpLOwxkj+lXNG8P21hibVb1cDny1Oc11Uem2ctqbWSARRnsrEfrXL654X1Cycz2sj3lv12k/Oo/rWjjKKIU1LS50MPi1bUJHpiC2hXgN3NZGq38k8jTSStMzHLE81laTB/aFxHbzTR2kecPJKdqp9a6Pw7pF/JY6qlmsbwW8DPPLKMKqjkcnuewqVNvQtxUVcoabeyRSLJFJgelaOoauZYtrcVxtvcMSGTIJPSus0fSxd2wm1D/AEeIdWc4yKtV5JWM5UY3uzPto576fbEpc+3Suls/D0McXn3shkZRkIvSuT1jxMdF1I29lbxtar0kB+/+Nbvh3xpZalH5b4jf+6ahu5pyuKuloM1PVvMha2s1EcY4IHBNcpdLMXOS2K7LXNMjuszWRCydwO9c4jNbXAh1CEqM43Y4rGaZvTkraEWh6hNptyHDtt9M8V6FqXjnw/r+n21hqmkrBNGuz7TGBj6kVx0mkC8O6w/e57CrGgaTp8eqJHrUjQxqRuXoTUpzirLqE1Tl7z3Ra1XwnJLF9p0yZLq3YZG05IFeTfYZv+ebflXs/jG8sbXV7VvA7zKQoV415DH6V5L9r1j/AJ5H/vmtcPFJyRnWqScY3PNfLYyt1xuNTLFzipY0kkkKIuTkn8K+i/hZ8O/DHhzwd/wmnjaJJgIxKkUgyqg9BjuTXsJczPKlPlR88fZJTGW8tivritbwPq/9g+JbLUmTzUgk3FD6V7mnxw8Mfbfsq+C449Pzt3qyF9vrtxj8M0nxM8AeGPFPhFvG3g2OOCSNDLKkK7UmQfeBX+FxRKCtYhVXf3keL/EvWk8SeLLjU0VY45MbRWPpjQJI8UpBVh97+77ius8RWPhe+8MxSaQZYtSg2qy7T+9J61zK6TJaqrzOuSfu55rFTTN+Wxs22kWbJ5i75C3IbcMc/hzV6HTreNPLKLwc7iOaw9Oup9PKlSZIMnKenuK6OO8gubZZomjww5we/uKpESEvbn7JEZbC0h+0kcyuN2T7Vyd7LqV1d7rtpWc/3/T2rpi0cjiJQ0rsQFSMZLH0FJqV/dDSwt6qhbdzEs5P72MdDGxHUex6U+XsCk+pnXUVrFpUFxHcOJ3cpLblT8oAGGDdweePaqHnlxw2R0AzTrk708yPaVI4IORUdrA8r5ZXAHUgcAmjlQ7sfbSjzRuOBXYeGvFM2iSDa6+U+A6+o96wb3R3tbdbxifI2BmOBkckcDuMiseSaNnJjDYzxk5NZSpRmrGkKriz1nXJ9L8T2gmhVY7jb1Ucj6+orhLzR7m3uAjptz0OOGHtVzwDGZtXiE19HZxry7SenfA7mvdF03wNagq99/asDYKzIh8sPjOOehFczk6D5TayqaniVnZaiZksHWaTONkQJY57bQK7mx8Ez6TBHeeLtQh0C3ZdyQyL5l1IP9mEHP4sQK6TxJqb+H9ME3g6zsbAM3769gjDzFfZj938MV594pOba21C8vftdzeqZA3m7m64+b34rvoVlZanDXpO70OxXx3YaMv2bwdp5suMNf3LCS7f1wR8sY9lGfc1UtfEU00rSzyySStyzs+ST7mvNftWD8vFWoL5lUtu6dSTjFd8K1jgnQuj1E64qqTkD6tmsPWNYSU8MXbHQH/9dcW+qM7BVkPHp3pyzE8u2xfyzTniNCaeE6lq+1CRiyhFmyCNhGQP8DXO3N1cWdxE9xGWgPGB0J9K0bjWLK3byLeF7mc8Kic5NEOmXmqvOmsXVvpqRxPIsG3fMCqkgFR93OP4iK4p1G2d8Kaiixp8lvPDm3bYXOdy9fxFMvdPG4FnUORwxPDV7d8Hfh94Z8JeC18beP0SR3RZIreZdyRqfu5X+J27Dpz0rpf+Fz+C2n+xyeGbyCwPyeabWIqB05QHOKTkkTrfQ+Vtdhn061SaSMfvBlMEH8TjpVTS1tdUTbJKTcgH91gKTx95W747g/nX0T8bvh7ocnhuLxn4TggWwl2m4it1xGVbhZVH8PPBHuOmDXz7f+H23+fZNsdTkY4/EelNx51dDjNLRkiJe6XOGjmEkRPDryjexrtfC/ja8sDGsOIB/GhJMT/h1U+4/KsGCSV7OJS+6YqBcyygEMc9FAGPxOTXR3lv4HudCvriS+fStRgjQ29sqF/Pboeeg9e1cNamm7SR3UarWqZvar4w/tVwsxTJH+rkwQfdWHB/z1rjNY0y0upXlssWsmfnhf7jH19v5VywupVBAYlCeh5FaWn6myBYnIkT/nnKen+63alHDOnrAt4iM9JFe4spoZCrIY2HVG6fgat6Za27Nm5nMOMZXYWOPat/T0hvlEETCRv+faf5XH+6e9WrjwzO0O60jZgOGgkHKn2PatY17O0tDGdC6vHUbaPo6w+VHGBgfM8shLsfUKvA+mT9av6e1q7qLaAttGXc9AK5m5067sJjDJHJHKp5jkXDD6etWbXVLjylic7FUYwgxk9sj/JruhK+xwSh3PUdG1C1tbIXtugBDBSXILKx6cduh5rdt9YuFYSLI7E98968ftdSZCGR9rDoRWzY6o5UK0nH1rrhOyOOpTPVn1++aBgrOGHfPemyT2XiC0aGaaOx1U/dlyBFOfRv7re/Q/rXniag+CwYkDj5TzmrV1d6fduz2t4hlSHBhCCHc44GVz3HPHJOeO9TOtysVOg5GB4mGp6TqM1ndI6Sxud6Sg8f196wdSvoL6NY9yW0gRsiVsqSATkMPXoARx616vqENvq+k/Z9WBuIbRVUXi/620z0Qt/Emc/T26V5j4/8F3VkRcWcn2m32gsV+8ufUDqPcV59Wsm9z06NF22OV0O+mt9SWby/NUMMgnkf7p7H867yyazvY2lhZdg/2gP68H2zXEeGtTXRbm4F5aveQTwPE6BwjAkfKwJU4IbB6cjI4zUloZJrhJdNuWW88xT5ONrlhyCB0YZ9fyrnk9Tp5Ds5Xt4JYreXMEkp+dJozhE5+cnjBOOF/HPNRX1kJpGhisZXmSFJWj8xA0SsBtO7o7HcOMA9qg8OapY3ge11aT7HcM5ffMhNvOf7r7eUPXBHHPQdau3iW0Yl2WaiKMPIURgAwX+LeeXHBwB6dqyky0tSnGtpeQJZRXptYIhvkhnyDnHL57/7p9etZOrW1itnc3ds8kaxpmJ5G+eVs9Ao7e9aF7JEZ2h1aNYZUfEcKAEgEE5cdc5I4LdjwTio7zTzZxrJq3mQJOokjjPzSOD0bH8icetZc3Y0UDK8HyW0OrW93cXdzBv3C4aNFkypBBBRuG4rHuNF+0xzta27llYvuAPC9MY/Kuv0XVJIYbuPR9KtmnMOAWG+RPmGWUnq+MjPYE4APNdH4T8RXWh+G77Ss2Ntb6iQl5OyBpohnnkdBx0+tVzSew3aJ49pFjcLfRxi3M7I+5ogP4Ryc+2K6zVdei1m7N3Z2llZICAILdMbMDHfvXfap4ettU0dm8Ct5G6PZLE4HnXDYO47weQeygcZAx3Piuo2N5p900flywTISChGDmrcXLcUZq+h6N4Sl04zjbxdt1eY5b8K6+NkGdpwe9eKaXrEckghv1aNh92VOCD716n4QsNa1q2Pk5EEQG++ucRwoD6sTgn/ADikpculiZRb1ua0kwwWXoD97OBWpomj63qsbS28Kx2icyXd03lwxj8f8fwqtDq3hDwjdbrhn8Saht4diUto27BV+8/P+6Kp+JdY8TeLzHPeSro2kIMxx/dCj/ZUf0H41E6r6DjT6sw/iJD4fsWW303UptUvnJ890QLBjsFHVue/ArO0Ox1uTSXgnumsrCVt7GRj8/0XPP5VsWyWFq8ltpsaRzpy1xcjdKw9VX+Ee/NOtrr7BqUV5DLNfXLnCpjfk4xjH41ioyZu5qKsQaUdGsmNvasDMOskw5P0FJfWL6yr28c0s1yNzBAeAoHPH6/SsrxN9jjdLq5vBbPJ8/2aP5mQHG3noMg5HtWv4NvtKHicRxWs1vBGi5lnVi5Y4G+THIQH+Eckcd6u1lqTdt3R51qkdxY3Ulq+HRTgqRlTWeseHElrI0bj+En+Rr0/XvCO20vVuLi1N0JC8axuCAMnuOOewrzu7sniJDIVIPQ1nzHTHU3vDPjGWzItNSDld331++v59a7hLqw1O03MY7qI/wAadV+o7V49NiRRHMu8Doc4ZfoafYSajp8v2jT7l2VeTt6ge4q7kyh1R61FYalpJNzobmZeCYsjOKNGSw8W6wLDWbl9MvS21d64DH6muP0LxeguVluJJLG5A/10QJVz6MtP17xVcahP9pkWJZFGEMa4/Gk7JEKEm/Puexy6L4f+HTs17eRTXG3IJIJb0xXhX9u2/pUT3l5fy+bcTSzyHqXYsa5vDf5FVRlq7KwVqVkuZ3Yx9HuRZrfW3z4A3KOpFfSXjSxuvFPwWsv7IjMzxxRTmBOrqo5AHcjrj2r5x0bWJY41ieQGMHoa+gfgJ4wt7qc+HXO07TJbZPXH3l/r+dd9Kq1PlkefWpe6pRPnmSHypHBJXJ5Qjke1fSXwf0ufwv8ACDUdQ1wGGG68y5EMgwUi2Y5HYnHT6V6He+F9AutUXU5NC0573cG+0G2Qybh0O7Gc+9eZ/tQeJhp/hu38MwSf6RffPMAeViB6H6kfoa6rcupyN81oo+dTqjT3CWOnwx2qSOFVie5OMk9qZe2eoaLr0sFwQ88Byzr86sPX3FZhjQS/vGKJ3NaHhm+nh1WAQ3YgWJmaJ3QMCxGNrZ6qehB7VzPudVjVt3tdS3okAiuW6Ip+Q98gnofase3ke1unnjXzERstGxIV/XOCDV7XmhhvxeWVu1nMCWltuscb5zlPVT2B+nNUbWRr03XmhUkcNIAowOnQD0ogJo6azh1W8Y/ZbqOyhVS2LBPmxgZzISCRx/eOO1Tw+FrNYNUhhilnuFs/tKSM4PygEtwcdxn1+tbOikN4W08x/fC/OQqqSPukZB3N6f8A66nezjPiIWe/5JtLmUHft52bhgt9f8O1dDjpc5XN81jzZ4r7QLmSO0mSRZEUOFw+3Iz1HQ1pJLNNHHKkm9mULgsCFxyQB1Gev6Vg6XcD7fCt0S8JlQyAnqM8/pmu2tLW1s7u+gw8jW0jBSiq2NsgGdxHA5688/WsVvZnRJ6EGuyQP5E2oXLW9vLFL+5gTeQRnagyeATgdTgHvXOWUn2Sf7RbjYQcgtyy+wrY8VLI0lvazfu2SVgVduFySck9O/an6Nprtq0dpotumuXkzhY4ltmkVmx0Verc57YOM1ez0JWw0xXaLDfwzwSPMC5w2WXnBDZ7mtbTfFWqW2nf2THI00LPv8kN8u/pu+uP5V2ei/AL4jXJNzdaXZ2RfpFNdIm3P+yucfQ4rYn/AGe/iBKkca/2GioDyLkgn6nbzSknLccZKJymmardWMSreSQss33kV9wx6H39xWdq+ireO0unFvMJ/wBTn+Vek6P8B/Huk6jb3yWuh3yxH95bS3OY5h3Vsjv69q5nxd4B+IHhBJtY1PQvL01XLb7ScTLbqT04JYKOmW/OsFQcXeJq60ZKzPOrqH7HctE6+Y69hkLiqtzcKGLHaCf4VHArsJp7bxBAN7xpP08/HDH/AG/f3rjNd0m/spnWSFvlGSOvHrkcEe4rohPo9zFxM+8umfB3YZTkMOoq7Z3ySTW8eqPKluThpoQCSvtWTFKYmfdGkiuu07hkj3HoasgCbK2Z3bnA8o88dmI7H3FU2Fjq7S6+xxSx6dBDa20oAEqfNIw7gydcMCQQMfTrmbSQv9rBgnySoY2XoATn/Gua064uLFnVFMkX/LWFuR9R/jV77bJNJ/ooeKPvk809LGfK72PqP9oq0vrr4cabqOlhntbK5juJ0jH/ACzKFQ30G4fnXzzf6lobXvn2FrqIJCfuppxtVgvzDOCSM89uDj3r6c/Z78RQ+Jfh+NPu9kl1poFrcROM74iPkYg9iMr/AMANaI+FHw+j1j+04/DcIl3bvLMjmHPX/V52/hjHtUqN9Rc1tDnfBNnLpv7PNzHrMbKlxZXNwIm5Ko4JQe2Tgj/eFfOkUN7qN1PaW8JkFu3zhOFA7MxPb68V9HftH+LrTw74WtNNmtlu31GYeZblygaJME8jkfNs/WvnHXZNT1JIb26gtdJsZYUjRIx5aOi8qWH3nPOcnJJqZNx0RcEnqXo/7B0z5r24bVp0Yf6PaNthx3zKf/ZQc88jrXP+LbptWvW1OOyhtLcnYkcCkRJxwoz1PU/jVOa4gt+I1+1twQ0gKp+C9/xqpc3VzeMpnkLBBhVxhUHoAOAPpSjF3uW5Kw2Pr7Vr6dpc2qTR2+m29zdXMhwIY4izE+gA5P5VS0+1kubmKCFC8kjhEUdSScAV9tfDLwLp/gfQY7WyiU6hIg+2Xe355G7qD1CA9h9TXRGmmrsycz518P8Awm+I4CGTw64gzwlzMkbL7jcwKmvYPCPgLxVaJH9vs4blMYCPOnmr+OcN+deqBWHrTxKF+9IF+prKph41FZlQxEoO6PK/G/w1vPsvmNpjyIylm2x7gn1A4B9xXiHifwrf6e7zCIywqfXDp7bsf+hCvsuKZuCsh9sGuT+Jnh+31TR7nVIWa31G2ieUSJwZQBkqfw71j7KdHWLuuxp7WFV+8rHx1iVJNi7iw/gYYb8v8KtWOoLb3CPIrFVYErgc47cgj8wa74eH49etGlazjhX+B0UYYY5KqvHHfbgj0rk9e8O3VsB++juIh8qs5yPoH7fRq0p4pS8iJ4aSG6dq0EZldpIhliVDEhskHBGOOP602y1KG11FrlnS5ic7JYmPyuvIzx3GeDmuX1Kwngc7leLjOHHGfYjj+VVobu8tY2Z7bzRtIRmyUUnvxwSKdRqWoqScdDuL3xnfQt9lhkxbqOAz5YjAGGPU/Q1X0rxbdZS3vHLwLkJn+FSc7T6j+VcFEzYySSc1ftiSea45QR3Rex22q6PY6tmWIbJSN3y9WHr71zV1pF1YTL56nGcxzJ29OfWtfw3e+SdkzMQDmMjsf8K7o29tLar9sMe6UBvK9VPQj0rDnlDRm/LGWpxKam15e/8AE6gXzpSmyWMiBHboWcqP4h1OOvPrme7sbxY75rCSWK2tWVZFkdZNp+bbtYYzzuwQO+a6O88O2sduVuCZ7Z42NuynBB6Dn2OMj0/OufvtP1DS0ljjvjH5q+W8ccpzIh7MB1GR374rN1bspUyHS77RYtKli8h31CaHas9wRshfPJx34xg/n61Xih1LXJjLdXEriNQj3M7E/KowACewAGB0p2h+H21K4eeZSlhb4Mz5xuPZQexOCfYAmtHUr5oQsSxxfZTlUBX5NoyMY6gdweo4PXmqiyJKxnvdDTz9n021maJvlnlBxJIO4H+Het/SLSG8syLaVPKY7WAUAjPZh/Q1hxsytGyRPLFIDwcbwR14HTr+P8p7lrVESaSRWbHyDHz8dsda6YvQ5ZJ3NHUtB1vwrcJLZSz2+9ROtuQSjqTwRgnZ0q7qVxF4nsHl123trGYRqvnsNrnc4Uk/3uuc46Eis641vUJbSE3F1Fp9tgYnm/eTOuDgqBz2x27c1nadpkmq3s66bbz3TStua5uT0xglgOg9yc1Mm2ioKzOT1zQ7rw/rWyYRTBG3RlwGVsMRyD15BHvXWaXc+KfEEUUCySpZxptQyHEUK9flHQD6V1Gl+ENOhl8ycJqN8DlmkyYwf6n6kfSr+vR31rbI09r51tuBJhfZHHz1KgenfNZyUmjZTjexzFudK0W4UWqHVNTJ2/a5/wDVxn/ZBqV59Siuft+oX1tIZoQyRk5UHrwf4WGPT9DWTq6xsrSpcq5dd4iwFZl7MF7L7de+MYrL1XVng0mOxSzjE5yfOZMuPYZ4HTOfve/ap9m2tR82tkXdcfTYw8wvGmvQqtE5Yly+RkHngAZwR6D1qtBq+oSaf5drBtkfkuiYeTGcE/QemB6881zUJl8ws7EnqeM8/wCNdz4EubWCG9QRzLcX0Jhhvnk2+We49wRkHHr+FDvFWQ+VPc42DfLdieZwdh3KG5yfpXWabqd1e6752m2726vGsUg8zhjtwSzNwMnJPYZrO8QaP/YurpDbXlrehow+YW3hM9Vb3GP5VLa20xD3N20FnEwXIBIDYHUAnqep/pSe5atbQ6J9X/s29tfJMd9JFIsgRPmjwVBMZz1OeCeRwa27nU/DWs2lxdeMI7iO9wTClu4GfRVXoij8a4F9USMN/Z6iNehuHHJPtXofhfRPBer6PHDKpmuJPmnumYuQQc/MR/qvoeD6mnFXM5vlszy/UdHZnWWzxPDIu9dnzFQSQA2P4uM/iKzmtpYWO5WQr7YINe5eJPDusf2dbx6bqF1eafEAVhJDF1GTuVhwW5Hbkd64bW5NLtYhJcafLNcL8uCu1FOSCG45OeMCsppxNqdZTOBdYZcrMuxuzqP5ikjSS2I8z97ET2PBrttZ8MahfRR6pDptrZ2flhSyMFT5ep5xnqAWxjJxk1z1vZ7ZAfOiMZ+8OoP4VLkbRdz0n4Xf2BqMC2+m28EWsN8vk3Mn7q4U+hP3WBz7GuF/sfUP+fO3/wC+qg0+yuPt0K6bIIrqZwscLPtL54GCeoz61kfYdf8A+eM/61th2m3ocuJg01qcVagmbvjNdl4N1C70rVLa8tnZJoJFeNwOhFYWm2XmNleee1dn4b04vMo28cdq6MRUSRFCnc+v/h/r+k+JvCP9tvJHavboTexuf9SQMk/7p6g18nfFaW68VeM7/WCriKR9sCEfdjXhR+XP1Jr6E+GHgC11bRZFuJp4hInzxxMVMijnBHf6Vz/jzwTZaLJLGvz4XcrY6D39DWU8XUlTTJhh6cajR8wz6Jcef5M3y59agOnyaaEN0RGjy7Ax6qR/Fj0rrPFt39kkkWCPbJyNx5J/HtXC3V1JNJumG5iclmJJrooylNXZnVSi7Gx4iv8AK28UtuBKiFZGJyCexB9Oh9OfSs/Rpk88CRtoycEDv7+x/TrVO8eQxbXm3hfu8k/hn2pdKcJcgMMqwx16Z6ZreMUkYt3PT/CRkvPDggsre4keEsjmOIkKjHOGYdBnBGeMitezlSHxXoEm94mZZbdxGygnK8AMTt5ziuT8Iz3sdpfWMe94X+Z04LLweeoPatUSzx6hpUqBWFvex8hwBknJy/QZA7+hroXwnG17x5iI1j1AozFQrkHAyRzXod3asfEmsxM/28s5mF0SzEg4bdgM2SRnOc/WuH8Q28lt4hv4SgQpcuMA5A+Y9+9dHDqlze6tA1v5YlubRLdi0Yl6IEJwASDxngZ/nWPU6G7og8URoDEAjgRyMsxKYO/J/LgdOPpX1f8Asu+D9N0zwFbeIo7bGoaoGIkYZaOEMQqg9s43HHXI9K+Xtd03UIZpbbVo5pb8yNI6iVX2dQxcJnHPbPQZ6EV9t/B6JYfhb4ZjUAD+zIDx7oDWkZWdzOW1jB8RfGT4e+G9dutE1TWJo721fy5kSylYK2AcZC4PXtUK/H74Vjr4hmHudPn/APiK+Zf2ioxH8avEgxwbiM/nElcBtFU5aiUFY+5Lf47fCuTp4rRf96yuB/7Trt0vLHWtDhvrORLuwvYQ8bFDtljYccEdCD3FfnNCAHGc8nvX6H+EYFt/AehW6DAj02BR/wB+1ppkyjY+LfiH4eu/D3xO1nStAtpniil8yKCJS+2NlDgY7gBsfhVTSNcglT7HfQbos8xNwYz3aNu3uP0NdL+0ijD4o6k8bbCyRAEMMt+7CkYznHFee2dob1AsW9r0OcKm1VZcfw8feB7d6icEzSM2avi/wesaf2ppDi4sn5BUbSD6Ff4W9unoSK5SCDy5A6h0mU4xjmvQvA+sSRXX2W6IaOQbWyOJF9CD3FeqH4V2mo6bHrGlSQ5JDGIEFh34P9DXHOryPlZ1xgpK6PnWCRWvk+2qqI8m52RNu3J5wAOPoPyrQi1SHT4jHp9jEZFY4u7hd7EdtqH5R+IJ+ldR8RfC82jX8isuxW+YHFcLcwuCXkl8wgdC2TiqpyU1oROLi9T0n4DeP5vDfxFt7rVb+6l0+/QWl408pYRpn5Xx2Cnn6E19pyWqrEZmZRGBuL54x61+ccErqBHGpX2UZJr2f/hemsD4NN4HktmbU9n2Uaj5mf8ARcfdI678fLn09+vVB2VjmqK7ucp8a/H8PjDxfNdW9oVggZobWSViR5IPynZ2Ync3OfvY7VyTR3WolZUM0sSBU86dgAvAGATwB6AdqoyR+YxdsbqnLzSIkbyMyxjCKTwo9hRYL2VkWrWXT7a3kSSz+13DcJIzkIox2Uck++aqR2rNll/EU7HNKG5600rA2dV8KreOX4h+HomAIbU7cH6eYtfaHjZXHg3WzCzRyDT59rKcFT5bYIPrXxt8ISq/Enw2zdP7Utx/5EFfbHiuLd4V1dQOtjMP/HDQ2Sj897i+1C7G24vLmdhyS8jN/OqzK2ecGrTBsbM8emKasf8AkUIps6n4KWUt58VvDNvGzJ/xMoHYKcZVXDMPyBr7e1aDdDJEekilT+PFfIv7Mdssnxo0LcvCtM4+ohc19beJ79LPV9GssqHvrsxgH0VGY/yFF7MiWp8Wx+M9W0TVriBZHgZHaORohlZQCR86Hg1fPiGC8LXBXDOPmktTkH2ZDg/nxWX8TbBbfx9r1tt2+XqEwGB23nFcuYXjfK5BHQiolQh2NoV5rqegQG0vDhGjl55EeMj/ALZt/TFNTw7DNMZLSN1cdTDlWH4Bif0riodQnhBDKsvPVuo/GtK28TXUKhSpYA9HAYD8ev61zulJfCzZVIv4kdHd+EgLYtJNaE9QskTrIfxEXP4tWOvh1g/Tyvctkf41p2nju4XaHS6QDj9xdsB+TZrT0/xnp804W4kljU/eaWNgPzjOT+VYzVVbo1g6fQwrbSWgI23EUn+7kY/MV0Wl6bMzAkFz7ZOK29N1jQLyUOs9uNvH+uQA/hIM16D4e1bQIYh5lnHOu3+DB/VRj9a46kpdTrhZbHCrpTG2BmZsZHynPXs2Kt+IfDjXwtZUkULNGcjH3XCKc/VjkfhXqTah4Jvbd1k0ebLrgMjkY/wqpqcdn5kNrawlBFbxr0zzwwJ9xnBrHpuac2ux5bq1r/ZthHpkUaqLFDJPkZDSkAnP47E/A+ted6zfXTWtrZxphLcMA2OTuOSD+Ve1eNdCvZdWleOIqvl7Zxn7/PPPrkfyrg38F6j5q7XURucKZFOfp65rRTSepHI2tDgLZ7tbmO5tWktrqIgxypxVhNL1S7mSWM7H3bmkZchj9D1+leq6Z4b0jSUN5rmFjVeBN8u4/wC6PmNYeueJdPtopF0m1VD/AM/E2Nw/3U6D8c1f1ht+6gVBL4mYmneGbKyiW71m4LsPu7+WOOgVP8eBWXqvxAm07VjZWWnRLp0TANGHId/csOPw6Vh63r1xczPHDK8khyWfOSQBzXNtBJIxZWDZOSB1reN95GTjHZHvXhXxf4d1hI4rS5FtcHpbT4Q59j0P4HPtXVqWwQ4BB7Yr5be2nt4UuBhon43LkgMOqn0I449xXYeEfiHq+kbLe5b7bajjZK3zKPZuv4HNdCn3OWVC3wnp+teDLG5mjvNPlW0lD5eMJ8rDBHHocE9PU1gSWNpC95ba5bNHJtzbukIbzG3DuOgxmur8M+JtL16ENZz7ZsZeCTh1/Dv9RWrdW9vcxGO4hWVT2I5/CiUbkqck7M8vvPCK3thHf6fbvHDG5yJWxuOPugjgZ7DJqkmnXa6XNcx2BsktNsV3NO+1sk4G0Hn8Fz65xXr9xaeRC0VzJDAiwtHGgXKwZ7/7T+/aud8QL4dutKDampFnHkNcSnGT6KByW46D2zgc1goG3tGeTXF9Dblo7GISEfemk4H4VkzXvmS75ma5cd2+6PoP8fypusFW1CZYHdrZZGEW4YO3PBI7HFQRMU+6AT9Kye52JaHo2keHtFvvCEesvcTyM2UlaFTK9q47PEBkIc8NnFct5V7avI9jPJE+CjBGK7l78dwfQ1qeH47uza1vNG1SSG88sFlhJSVDnOChwWU+q7h6gZroR4q8QXCzRX/hrSb++jlDLfyW2x4yeBuUYU5/2h9atxSOdTldmRoGqeJF1RdFurqezE5M8ys4h8zKll3MRwMEY7Yrnbq7DPO00zSvGAyjG5XfcARk+xJz7e+a6bSEvta1uZ5oW1G4aGaOSZgXMrshC4+nGPTrim6x4B1a108GeOK3upH+S2kcecVAJLFR90cDrjOeM84hq71NIyURumvJ4mgaWa/jCWy7nikbHkoB94KOqj2/Gui+H2l6RqF08yW/2q2jJDPMu1Mf3ueg+teURPc2F3uVpLeeM9QSrA1rnXdc1uMWMl0xjU4EMYWKIAfxPtwD9T+dTOKsaxcr2Ot8aaPoI1FbrwzPNfywPi6ZAXgj44UOepGD0yuO/FcB/a19/wA9E/79iuw8MRpaWm211iGUPcB7j5Dwqgbwgb73DfU4xjFcZ9jX/n8P/ftKeH3ZFe2hNDY29lYQSIxeWQBsiQFQCOmMcH8a6Pw3qEVnNHI8ke7IwvBrjNQuH/4RmxnWRmMUrQkAKAvGR069+tZVrqUiXKybs+9dVfDts56FdKOp9PWnji+g03EF40T7cfu224rjtT+JBRZLO5dmRyd7dcj/AD/n184XxBcNaZidtvr71zt9eSTSlm9a56eG7m06yOw8TQwaipmtcOrcqev4V55qVvLbTlXUqc961bDWLi2Ij+Zoujc9PcfSu80/RfD2u+GZ5JL1I9TQbkDt8kq9wD2I449z0xXXF+yWpzSXtHoeXxT28MEscifaAw+UN8oB9RiqNo+yZS3KnrWpq2kzWsjbQzRg9xyPr/jVOGLLhWXBNdSs0c7dj0T4etaxXV691qwtoltODtJMmcAKAevUjGD36daXUJVawMdkkoZJlkSSZwnToQo/DnP0FZ3gSxtZtTRNRvDbw+TKizKNxR9jGPj034B9j2p9zMkJyzndyCQeT07dO1XFM55NXM7XoZE1R5piHaYCXeFIBz1xnnGcj8KkbUgtskVrBFEQEy6Lh8gN36jO79BVfVr6W+kjaSWSTyk8uPexbaoOQB6DJPHvVaI7W+bgd6LDNS11O6jgaBZnWJvvJn5T+Hr719y/BG6S++FHhueM5AsUiJ90+Q/qtfDK6dNHEs9yPs0TDKmUYLj1VerfXp719i/sn6jHqHwoW0Bbfp97NCQ3B2sfMUkduH/SlJBc+d/2kLcj41eIif4pIT/5Ajrzd4tpwDX0X+1v4PuLfxFb+K7a3Y2d5EsNy6j7sy8DP1XAH+6a+fpLdgxGDVWuFyvBGGcAYz9a/RTQ4jF4a02FlIZLOFSD2IQCvjT4B+BbvxX4/wBPdrQy6XYzLcXzumY9qnIQ9sscDHuT2r66+KeuL4Y+Hmta1vWOSC1ZYM/89W+VB/30RSYkz5m/acsbf+19M8RLtlh1KOZUI9I5D8w/BhXmem38NjCfPhiurd2BS4T5ZUI6ZGfx559CK9R+KsM998HPhn5ETzyPa3IKouWbaVz/AOg5rxS4gljeRfJbcn31A+6M459K06Eq56Nq+qeG9Q060uLC0vn1MbTc3kkyiFzjk7Agw3r06fxZye48IeMrrR7ISR7vswxvRuUNeIaVqsqKLaT5oWUxmCNQgPQqSRy3POD6dfTsTqGp3mk29pcz/uooyBGF2ZK9N3ckAkDPSuOvQ9rqzqpVvZqx6P4v1vQPHkLxzbbW8A/dS87SfQ/414vr3hyWya4W4D70ICqi8sD3z0x71q6nFLpsaXSbyfMCluNvKBgB+tbeja3b6jb/AGHU49ysvyFTh1P95D/TofrWVOk6b01NJzU0edpb3c6MtvbhVVS7JEMnaOpJ64/SoVjxxiu81PQb23cXtpP5kajCXEa4IGOjiubl09nuY1KpAZDgEk7CfY/0rshJNnNJMy/LFPjhZhnhRnqxwKu3lhdW93JZiHMq/wAWcqw9VPQj0NTWWneSFubtjgngnlQf6/StLGVzOmtbiPCyQvHkAqZFKgj1Ge1RxWszShApZieAOSa3Nd1031tDbP505hwsJLY2r/dHcioNMWYpKtxfPZW8gAkihBLyAHOPb8T+Bot2C5b8ITf2X4l06+Z1BtLmOdsHJAVgen4V97SpDfac8e7MVxEV3DurDr+Rr4OGoW1vAbSws4oLViPMLnfJJ7s39BgcDjvX1j+zp4sh8TeBI9PeYPqGkAW8oOcvF/yzf8hj6r71MotDjJHyB4j0e90XWrzS9Qt2hurWVo5EYdCD+oPUGqCx5r7t8a+AfCfiyQS67pKTXCpsW4jdo5VHplT82O24GuW0z4F/DuzufOez1C+/2Lm6+X/xwKf1oGzzX9kbw7NN4ou/EU1v/o9pAY4pCOkr8YHr8u7P1HrXefGHWPs/xu+G2mq+M3Ts6j/pqyxrn8mr1jRNN07SbBLTT7W3srOFTtjjUKijuf8AEmvk3XfFDeLf2kdD1iEk2i63aQ2Yz1iSVQrAf7XLf8CpqN9Seaxl/FgaVafG7X11qG6msluyzx2zBXYlQcZPQc/561wl99laQPZrIqHJKOc7fmOBnvxj8a9B/aEQP8WvEYjjBKXIeR++NqKB+f8AOvPFXirtcnYrPFk9MUsds0nCKWPp3q+LOdrdrhYnaFCA7hflUnoCfwP5UlrdT24kjh2rvIy20bhj0PUVDRSkZjQMpwVI+tORCvfFW5m3lixyxOSe5qFuue1ZSN4sI2bGMnFamkXk0MoCuw57GqenWdzfTrBawyTSHoqLk13/AIY+H+qSO8n2X7QYlDSMD+6j+p/i6jp69a5KtranVTudD8P2urs/aZlPkRf7WPMb+79PX0H4V6jo0kf2xry5YJHJglpOxA/qelcbYC20e2Fu7JNMoG4HhQf9rHb2FaQ1+2sofOupvLY8hpPvH/dXsP19xXluzeh6FnbU9KubrSPs5h2LLOR8hK8A9yQe3sa4PxIk8TSJctsS7QqJY23KPQqfbr9M+lYUnjTS3GPMcL13fN/TH9ary+KNFvFNv/aQ+fqkx4b05wCD78moab6FQsjz7xxJqUN6yzFprlR+9XdnzB/z0T1z3A+tedanfSSh8MTXqHii8jnZtPvrU+QpJhnJ3rj1DLyp+nH+yK5TUPB9xdxtPa5lx0bjcfYt0P44P8q6aU0viImn0PN5XdZtysVYdwcGrNjfRh2+1bgSOGRQfzU9fwIx15qzq2j3dnI6ywtuT7w2kEfUHpWQ64PPBrtTUkcrTRrSPcC4+1WwSeFHGAFyp9ip5P41CirdSubcKhLcR88Z7DvVe0vLm0Ytbysmcbh1Vuc4I6EZA61I11FMyzFViuFxllB2v7nng/SiwJlu1uLi0mRlkkhkU/I4OCD7EV6L4Z+KOoQxpZ6lbQXUg4juGfYc/wC12P14rhJVvbeIfa4zLFKP3cisGDfQ9G6/Ueoqhfw+XAZopFlhLBdwPQnnB/I1Kk9hyipI9W1bxwWBueL6fOd7kpbx/ToWx6/5PLmbVfEUomeR5ExtWeVdsaD0jT/AAVxFxfXN5NvY4AGEQD5QB7V6B4a1VZrCJJHBdVC4AqJJ9RpKK0G3PheFoQFuHEmOWbncawptMms7oRTLg5GDngj1z0r0CZPJtVu7+ZLG2YZR5Rl5R/sJ1b69PeuR1jVYry5jitbVhBGSdznLnjqew7VElYuMmzetFaSwmHlq7xRbxAYhIoJAAHlsRJHyeqEjPTtVG5MEK2HmJiNbZ5ZdlzuEq44UAk7CcYAZQRnoeKs6PfWklv8AZpY2VREy4YBl3c4KgldmOMBW7c5ziq2urfXGjSeUTJaW8Cor7sEbinyknr1HGSBmrbuYxWp2/ht4b/TIZvDt1FapEP3iRn9+nsSen1HXrVXR7XWh4hdm0idrUOzSySzjLIevzZAH4An1PWvJraTUNPug1u1xbTr0dCVZTXQw+IPEGqRfZdW1S7ntzxDCHjhSRv8AbPGR/wDq71m1E05ZLY0/iMfDMltOunI1xqMLfNPC48pOR8u4j5z24A9c9q5Kx0nUG0wTLbSJC5O6Z/kT6bjgdxx71q6hcalplzfQxxpa+aBGYY48bEIBIGckH5cEnnHXmsa9ublyvnTSSyEDG9y20en/ANas5O50U7o6AWdqmjWU8Oow/aEfiIbvmBbBYHHt+lcl/pX/AD9n/vurkl3dW9zCDuXy4gqj/ZOW/mxrD8z/AGa1w8dzOv0Bbqxm8PXNpLJc/bBIskC4Bj4yG9+lYLsUU889BWpdWM1iguLkRgODsVjy2fas1p1domKEbCMlOCf/AK/vXqy1seXBW2Os8Pa3BNp8Nrq21LWJCjQWlsqvPx8rkjA3A/xHt65Iqnra6fHYmewjuCGZQDO43IOewGOw/wA9G2NpBDMpnDO0q5DBv5Y61cuLaCSzezV5A5GQCnC+nOfUVFrh8JBpUmm3YEMVldtNsUMqNlFONpZvqxU9gBxz1rr9M8PQzbvsmYJscWzMX5A6Mf73qRx7Vxdjo15DdJNBIFdTw4bGK7S3EdpLHd5leNeZlx0GfX09+KuNNPRkVKltisTCt7JZahBIrLwwP34uOP8AeXv7iqOseGZEjNzbqssYGQycgj+lW/EkumtaT3dnM/22BsxmIGRduT8rMeox061pfC/XLeW8FtdIAJAVKE8fUf4VhVjKi7x2N6UlWXvaM4+J5IEKqdgIxkd60m03TToD3txrGy+IJis44N5POPmbI29+x7evHtnif4YaNfeG4dY0u4jS+Yt51um0scdGUds9PrXiF5NJa3UsMFqbdlYqXkG6QEe/Y/Tn3rSnU51dGM6fK7FCHT3VPMup1tUPIBGXYey/44q3Y+dHcImnReU7EBZpAGfJ9M8L+HPvWvpegS3MEN2v+km4J8vBLBmHVSRzu/DuMkZrU1fwy2nTS2WqrNpt4hDLFMvzBD64HP8AT9BqmQzCexJumkvp2lYMQ5YlnJHXrXsP7PPjyz8PfEkaOzCPStZgtoHLHAjuViUB/wAWyv8AwIeleZ63oVxockUN08TebAk6NG4cMrDI/H+VYd0WS68xcAnByOP5Vpy3RlfU/RK/toLmCS1vLeK4t5BtkilQOjj0IPBrjZfhb8OZLgzN4O07eSTwZFX/AL5DBf0qH4B+OP8AhPPAkUt5IG1fT8W97k8yYHyyf8CA5/2g1d48LZOKixbZV0jT7DTLNLHTbG2srZPuQwRBEH4CvnP9s3xoskth4FsZM+SReagQRjcRiKP6gEsR/tJX0L4o1iz8MeGdQ1/UD+4soWkIzguf4VHuTgD61+fninVL7X/EN9rWoyGS6vZmlkY9Mk9B7DgD2FWkRfU9V+K0hs/gb8LCYo5CYblyrlsEFlOOCD39a8hvtUuLkssax2sBLYiiHygN1GTya9p+PNubb4TfCq1kXDf2S8jKexZIT/WvETb9cc1agtxOQ2zhmVlubfJ8ohsjqhB4JH9a9Gtpkvbnz9pY3ClsL/feBif/AB4ZridG0nVby5A0u0uJpVwf3KkleeDkdOSKnvNV1KSF7V5hFC7DfFEoRSVAXoPpnHSlKIKRP4nuMaptRoZF8qPlDnnYM55PPrT9Dsru/j8xIzHB5qo1wVbZH0ySegxkfmKwZeEZejV0Nhe3Fn4ZlbTzcQG8Zre6Hm/u2QbWC7epyRnnjgelZyi0tDRNdTodI8Svp0wikZZozlcPyGXp83qP1rWvdHt9Uje60gKcj95bSAH8v6Ec157Z25niMplCtnaeOp7f59q7e3j1HwrZabd6kipaXsRlt3TlmUMVJ59x06VlKFtVuXGV9GYtzp11G6wXUc5tw5KqTh7fudxI5GAf5+orPmsZLg3KWks0lhbOXyRltudocoCdueB14JAzXrkl5oXirRhas6wzMu1J1/j5zhvxA4PpmvO9S0fWPD+spJB+4uVJKOBmNx3xnggjgqfpjtV0J87tJamdaPJtsY9tYbwfLUQjBw79WOOman1PS4rK0srlLlZWukYmDkSREHHzD0PUHvW1rGr29zHDNa6PbaZOyAzyq5kEj5+9Ep+6vtzg9xWFIJpmJAb5vvMxyzfU11cpz8xTIbbg7V9Mdq7D4L+M5vBXji11aUu9pITDfIMkvExGTjuQcEe4rnI7Mk81OmnkuG6DNKUdBqZ98K0N1bxXVrKs1vMiyRSIcq6sMgg/SmLEc15L+yx4ve90m48G6hIWnsQZrEsckwE/Mn/AWP5NjtXtLrHCjzSELGgLMx7Ack1lY1vfU8k/aR8W/wDCP+D/AOwrObbf6spV8HlIP4j7bvu/TdXz78FdHk1H4x+GU2krHei4PH/PMGT/ANlrS8d6te+OfGV7qxyI5pCtur8eXEOEXvzjr7k16z8BvBTeGnu/F2ptEUi09mXI+aLJJJ9vlX2OH962ceWOpjGXNOyPF/j7JDN8VPEMkLFm+2lfbAAH8wa4Jc4Hc1veIbv+1dXu764X95c3DzEL13MxY5P41TaMrliqxA9lFSloW2NttRktrM29uPKZ1Mc5BJEq5yAQeMj+g+pqSxlfmIGCN3BqzDZyXBcxIAqLuZmIAFSQWqonmSshiJ+85O0/QdWP0rKVkaRuzLEbspZV+VeWYnCr9SelXNM05LnEm2S5GcDadkQPu56/QD8a2tM0m51CdVht9kS8mWeMfKPVU+6o9zn613Wlra2SrJCfOlA5u5hu/wC+M8Ae/T0rmqVEjop02zH8PeEWISTVpDHC+GS2RSisPZM7m47sQPXNd2+tT6RophjuBbWXl+WgkYDcB0AxjOPRRgVzd94ptraN/svlljy80vz5Prz979B9a8+8SeImu7tplnkuJf8AnrIdxH0Pb8AK4JRlV06HZGUaevU6DW/FDiQx2rMgHVzwxz3Hp9TzXK32tTTzZ815pDxnJwP6msd7lpWJmf5e+P8APNeofDzSvD7W63Vo0d3NgEyP1U/TtWtPDpE1MS7HNaH4a8SazKrGaa0tc8yykjI/2V6mu+j8G6JHpj2M4urm4YcTSTEsh9QvTH4V0HleYhRgRGwxx3qza25Vshc579c1t7JHK60n1PH5LTVvCuoCK/icQMTtY5aGUevtXo3w5bTb7UYUt5kt7mT7ivjEh9Aehz6Hr61132SC6tmt7uGOaJx80cgyDXIa94En0sNqvhq4EKx/vJLeZ8KMc5Ddvx/OuSrhro66WK7kfxa8MG3n8+90h7bILblXaFJ5yo6qPbJHseleE+IdItxIXhYOW+6Yxgn/AID0P1X8q9j1b4tahrukro+rXDOsXyh8q/T36kfia891WxW63vCQpbn5RlG9yp/mOlYQXspb6HTfnj5nnMkDLk/eUHBI5A9j6fjURUfX2rt00mW4uVguoHUN8qTJh/1PJH+yTWdrnhW90796U/dMflkXOw+2f4T7GutVY9zPkZiadqVxagxod8DcvC+SjH3GfryOeTU+pNa3qI9vG8UowHQndn15x0+vP161AYfLl2TIUcevFaOmmK1nWdlcOvKlG2kHsc+1EmtwRl+Wy3O1l2n0x0Fb+nboLYyw4QhhyDyODyPyrOum+0XbSrvLudzlzkk9zmum023iuNPDLDIJAR+7VMhvU57VDHcyrl7y4dLq8mlWKVypuJcuSVxnBPUgMOPep7NLe6uli0+3mG1Nxd2y7EAZOBwBnJxyfUmr2r6HfZjkmt5lUoGjDDgKeRj25z+NQaHNHpGqFbyP5Jo9u7BypzkEYI/LP+BjdjvpoXrC6ubGQSLaQzoeP3iZUn04xzV15bjUNNnkltyLRrsSmCCDKcbjjAYHaMj+LoOvFa16dLurZrhtTtQgAAMr7pXKgDAYKG6AAbkNY99aGTSraz08zmKSSSTfORHvaNQWVQC2cBuvf0o95aEJ3M95J7GJpLa7MOwALDnKtnIyY5BzwT09Riq+mPHHO+oPHLcXBVlTysoAxHHK42gD0xkZGRT42uNrWCrNE5XzWTO1Sqg87ehwCxyMDGa2bG88P2+kPFqEd7qU0IMcCQzbIwAWxknOQSd2AP8AERK5pEwbGaDLi4ktLfzGyFuS7hgEcFiB3yQAeOW+tULq8sYrkPDCtw6PxK6hI2A6YQfzJ57ioL+Ce9uVmEY4bau0cH0A9anktbS0Ym8c3Fz2hjPyg/7R/oP0qXZI1jdssXiahrF0dRmiklMgVd4jwuFUKAMDAAAA/Kuc8hvSu+0RGL29t4huLoQRrmDTYDg4PPI/gUkjk8n8q5zyrP8A6Bx/7/VeHlqya720OAmYmYl3Lc9znNRSENz04q3qdqkc5MMqyDgkDnaTzUMVpJKrldnyqWO5gOPx716tzzDpbDVobzS4ba7u7hLi1h8u2QAlGB7DHQnv61ZtpvNunmkt2iQqM5OdgGf0/lxXPaXPc6ZHDqULbW3lUkRgGRhjj1HBrX03U7m81RmknkmDeWu0nOFAIA9OMnFJy0J5TpY/It4hLcSpGnZmPX6etb3heQX8jLDa3BiMT/OUIyNpGcdQPc4/Gjwh4f0OS6LXWiS3PBBExZ44Gx/yzAKjk8gFh0GM5r0OJlmiW1hSOC3B3QhEESdMA+UoX5/Tdu5OQe9bRTepy1JJaHlWnRW9vcSqy73xNGUkYtgsCpOB07nn9aw5biRZms4LdraNTtZcfO59/wDCt2G2u7rxPPBbI0ry3Mqxo0vlruDbgc8DoT1NJdG2u4/tM9qIGSPEDQMGIYDhWzyQT3zxn8C2k2VGTSJNI8S6lpN8rTS3CSRkLl85AHGCD2rovEltpfi2IahCIrDVXGC2cQ3J+v8AC1cZp1ze6pBLbXEXmw9UeTC+QQf4WJGB6jp3xmnWF9Np149sjC5td2GX+Fh6iplS6xLU3sy9BZXujCWeeNIJIyI5rZ2wZAc/Mo/Dk+4q2fElwtuY7dChYYMkr73I4zyR6jvmuu05dN1y2SxuphcQ7B5bg5eEH+H1Iz/CfwrmNf8AC93odyUlh86BuYZ+SjD/AB+tXCEZMznNxMczS3twZLiV3Zzl3Y5JP1PWoJ7VWJXAz2NX7W0ZX3yNwOoH9KvSWsLsGjcsPdcEV08pzOZs/BXxbceAvGlvqLbmsZsQ30YP34SeSPdT8w9cY719w24hureK5t5FlhlQSRuvIZSMgg+mK+CbiEOse1MBBtHqa+ov2W/EdzqPhCbQr5mZ9MYfZ2PeFs4X3wQfwIFZ1KdlcunUvocZ+174kkYWng+zciNQLq82nqx+4p+g+b8V9K8A8I+F7zxN4jsdEsY2ae7mCZxnYv8AEx9gMk/SvYfFFv4c8WeOtZvNW1q/02WS6kMLrCrxuinCjJZdvAHXitK08T+CPhnpUy+D4Ztc8Q3Ee1r+5j2JED2AP4cDr3PFbOCSVjKNRtu5zf7Ueo2+peOtO8MaYyyRaLYrb7V7SEbmH4KqfiDXl1lptojb5JFnKsAyp0GRx9fTj86dqX2i+1OXUL6V5rieUyzSNyzMTknPrzXSeFrbSba+uF1S6misZE3bokOZSBlcFhx164PFTJcqLTTZh6g8sNspkknSxZ1EkUOMBhnGB2OCefrWBe3UbTuLKA2sJ4C79zdMHLdefTivQvEM/hiGZoLSQahEDlXaHBIxkDGSB+Brzq7ty0paJSAegrJJs0uO1XSpdOZFuMRzthjEGDEKVBySPr0qCKKR8+WrMVGTjsPWrMFg0Y33jsgxwg5Y/wCf85qUNvjeNAsMXoT1/HuaYXC1msreCKTzxK/8UJBGGz0PqMY5zTLm9uLsIsk0kkceRGjNwgJzwO1VHtCrbk6GrNrASw3HAz1PSkoDbL2iXU9nMHjc47qeh/CvU/DGr2OrWQs7xfNT+KMn54z6qe49q4uwtNPm0toNs8d3kMspb90w/ukY/XP4VXSKaxulZGaNhyrA8inKlfbclVbHU+K/BMiyNqNrMZ4JD8s3JyfRh2Nc1FHc6fOYGVopsFWIbG5WGCM+hBP513vhDxZhfIu9oLgK6uMxyj3HY1o+KfB9rqdk2paEisy/NJD1dPYeo96qEmnyyJnFNXiebwWs80jQxjzduBlT8tTw2z5ORk96njsJEYq0OCOu4cg1s6fpk8rL8hVM/ebP6etatGKkafwtu5ND8caXqgJQRTBZcd4m+Vh+RP5V9PfExmXwPqscbFWmgMOV64f5T+hNeHeGvDa2oS4mjWNeu6Xgt9B/n617N46u1k8BfagM+ckTLx3bBrNx95GkZ+5JHg2k3Fp4aleZYy2/Mb7Ik3quOqyHlWye3503xX42vG8PTeHtKgFjpcybJSXDNMOvJHc55x9Kdqlssin5VJB6k1zmoWbO5G3dt4z0UD2rWVK+5zwq20OMkiCsfKAPuwzSxaa0q+Y2HGeecAfU9q6A6V50uyOPzWHJx8qj6mt7RvDkl1JErRrJ5Q7LiJB1z7nnqaym0joheRy8Hh2W5ZWj8po8KcjPlqcdOfvN/nmt/TvCsdvIzGFru4X70jtsCe5Y/cH0+b/drsgmn6ao2/v5MY+XjHqM9FH0rkvF/iaNYjaIyhR0gh4UfU/5/CuGcnJ6HdCNkVr+5tYFMMTRTrGdzALstoz6kHlz7k/nXJazrkl5cC3tWlvpWYBQAdue2B3/AE+lVNUOpXtrJd+RIdPgIMnlAAKCQOATyeRXVeCpNLgsPM06wuBLcNJHbTyR/wCuwucFs/I2ey5z0461l7LqX7Q4/wAQ6D4gtbdLjUYHRXbaUBzsOMgHHtXMzKy5GK9b8Y+NLGS1+xzXJ+0yzo0zQp5ixYBB5yPmJ7DgdKr6t4Y0XxFpJn0m7itZUjJE8p2ifA5yB0/Q+xotZAp9zxq7ulR9gYFs8+grU0DVp7K6S4sLhre4HYHhvb3+lcxq0MtpeSwyFSVYglWDA+4I4IpttcY4NXHQqSufQ3gvx9Z3xS01gpaXHRZTxG31/un9K9Os4dyKy4PpivkKy1AttWXLL2YfeH+NegeC/FWoWsLacdZuI7Fl+VUJJ/3QByM+gxWjStdHO007Hu2p65p+myfZ03Xl4vSCL+E/7R6L+p9q5DxRrkl18mtXCN3i023JKZ/2v7x+vHtXFah4kWzg8q3ZdNgPWV+ZW+gHSqGmapPciRtJhW0iGTPqV43zMDjG0Hv7DmsJS0NIwuaHiOwW+he8vpYrF0iPkQqgLNxwpHpXDafqc0LDOVTIOxvuj6dwa9I0S3tRb3EzI6xujLPq14+3KsCNsankHnPuOMgZzleJb/Stasra3gtVeS2KrPqkg8tNoVV2gdl4zt+Y5Jx1xXNyp3ujqjNxNrwJcaNdXcQ1IHyzjfEQAxHt2Ndj8UNP8O6Zpy3Phy4N3FMgBtpQM/7pPT8CMV4HrW/SbkfYbn7XYs26KQKy4PtnkGtPT/E89zDHFcyfaEXsSRInuD3rleHtsdirXSZFqukWmpMfsEJimGc2rqRj12jqP+A5+lc/caXfWpUG3lAYbhG45I9VPRh9K9S0Cy07WirM4nxyCMLKh+n8X4c10+t6La3GlpDPEbuDvPjJLf7XcN79frUqs4PlkXyKSujwnSYIbiZfnCkHkMK9R8Px26Wslv8A2bCwEHmecCSY8DJOO39KxNf8GSQuZ7UtcLjIxzKB7dpB+tc295qFn+7aVtnQMpyv09voa3hUUjGdNnpehapp9pol5FqEkrSfetSqqyhieQ2TkcDtXmms3kF7BfKdhkWQyo+/7w4GAMdR7Y/GqlzfXUluyjJXqSO1Y0MzROxZNykHIzir5UyIrlHwyPG6lWKnsQa3fGGvQX2haFpMUCRyWFu6zyL1d2kLDP0XbVS51C1m0ZIYrVEeOTO8n5iD2PHt1z+FYMsb7N/OM4PtRYtJMs2T3EhMMckhUj7oY4/zxXV6HYx29q819IkUTsMs3J467R3PP4Z5xWH4XikmZUtLGS4u2YqO4wcY47nr+ddrpWiJ9s/0/OoagCAIEbMaY4xIw/DCr+JGMHKbfQtNIq6xO97pMEen2H2TT4ZSn2tsgu7DnLfQdFHA9eKi0HSTtSaFEg3OEW7mX5t3bYDwOeNx6Z7V3i+GPtyxS6xJK7RAiCJMKkYz0CjgDjp378k1h+OIbfTdSFxMjx20iooSRiy5GBkEYPHXaAOOM+uXKNTuOGif2VZDUdNtJL1pw7PPKcu7j7zc9QDn3ODxgZry37XN/s/98V6ha3Gta1ZySWE7GPAkeVnwAqKAu0H/AFaqEADNgkADFeY/aLv/AJ/pf+/xrow8N2Y1ZbI5W3jVB5krKqs5ADHqPXHXFWZrp4LdobcxpDPGVchAxbn36dPajT1WS78i68mJFK/NNuyqlhkgDk8HPQ8Dim6jIYbCJo8bwxXcVwwHXgdv516RxMymjZT+8YovUKev5VoaJcBJ/Lij28Z3E5JOazC5Y7mOSe5NX9LtmZXuUdf3ZAZOd2Dn5vTHb8RSew0e6+CZYrq0smuZIHUoSN6bwpyQRtHOfTA/Ou0tfKllXYWgKMDGzRtHHnGcfMSR+CEd8ivNvh1qlna6NFDcqpJdghLsCDkdCvTt6jmvQIr7WDEHstPtHXgiV42fAyPvNtUEcDqTW1N6HBVT5meQ67bySeMbhVk8k+arhSpZSVAB4Hb5SfoK1L1I7aJ4Y1hJAJHfkA+hI/LjnrTfEcQPiu1F41ujNjzpFAaNd0jEt8ucgBu3p0rs/h5rPhJLSa18X26tHGAsf2aALK4Oc5bac446kdetKo5LWKuaRs0rnnenOEvFu7qWKV7eRZUikB2yAEZTHTn0+tdF461HQNXnjk0wPFIegFusaIpAPlnB52ncM46AeuBz+sw2qahcHT/Ma081hA0gAYpnjOCRnGM81ctfDeryaaupfY3+yE4MmQAv15yM9s9e1WFiHT5bmwnDws0cin8/8a9N8I+Ko763Om6rbpOsgwyP0b3B7H/PsecutMjGg2EtxbSwAR/LcMmA/J4U5+bvx7HHpWdZr8wC9a1jBS1MZya0Z3Gu+BZYrc6rpKvNYNyy/wAcP1Hp71lWmjNt3eWx/DvXSeCtfvtPjUSTu3OFVuQR6H2rvLLStJ8QxGWwhW3vQMvaE/JIfWP39vy9K7Iu3xHDN9jzmx8OI1v5ruhbJwoBOPqeletfAG0fT9Q1TK7T9k3fkwrNh0tEOJARjgIq9Pau5+Gdh5F1fPtKhrNwM/UUVkuRkUZN1EeH3ulmeRnMWD1J6ZyawdT0eVrl2eHYCSQAOPwr1+80X5QPLNc3rGkiNDwcjnirVjP2tjy6401VBymR9KoXySvGsUjsyoMLnnA9PyFdve2I3nqfw61jXmn4B2qcf5/Kk4G0apxr2ePXnt61avr60kVEtdOjsmCqpdWyWwAMjPckE59+KuXkKwu/7sNkEVi3SO33uT2rCcTphPQZN5DWXzq4nBzuPPmc9+eCP1qn5cczA4Kn0zwf8KuJCzD94GfAOAT3qzpul3FxcIixliTgDFZ8jNOdIrraQmMlVdePl54zVvT7dGgaJkUgnI+Xn8DXqMngHStB0O31DW5ZLmSUZWCJtgx7nBJ/Sufu/GEGhXDw6N4a0qzccCV0Mzg+oLkkU4OL2ZnOUuxF4c8Ha3qCLJ5K2lnkZubtxDEo9dzdfoMn2qx490/RdNt7C303UxqFwm77RIF2pnjAQH5iBzycZ9K5zxH4v1vxFdJPqd20siDapChcD8Kr2UMlx8xzgnqe9W5ORHLZ3JvNV3yibPYDj8K7XwNqGsWtzEtqski5HB9P6fWs/QdB3OskymNPU/eP+Fdpatb2Nt5cKqB6IeW+ppNra1yknvsd9F4Z0HXIRPHLDa6h/wAtEIXbIf8AZzwD+lZE2lJZXb2sEPkSocM8i5f8M1h20jylWAZfqeldvot0t3AlrqSPKi/LHMBmSP8AHuPY/hVxhKC1MKlWMnaOhlxWb7gX82V/VjXYeIHmuPAekWhjI+Zt59AmQP51Zt9BkSMOkiTI33XWtq80wyaHZw7cmMvkfWlUlF2sTS5lzen6nj93pDfeVUz7Z5rFuNCmnkCsp68Ko/zivXZNCC5aQpEncuf6daytUurPS4yNNj8y4A/4+JF+7/ujt9Tz9K0Urmave+xyMegabocCXGv53/ejsYThzxwXP8I/Wue8ReL1kjFvDDHDAh+SCBdqD3P94+5p3iSWW4eR5ZXZickkk5PvXFagu18MyqDnkmsZ0b6tnXTrW2INX1nUr5jb2zGMOcYT7x9q5TXLW80q+hhu0dJJFEkeSrhwenQkda6mx1W6t5DZLBEsRfcpl/vD+IMBkGq/izwzfTWCSKGNwx8xZnyGU/3cdh71zumkdKqN7i6HPbeLPEFlp+uahDbRMSY7SAeVAoPZCeFZiOmB9c8V1XijwNpmhvMNEe9uBb3XnQafK7bJCfvKf7vAwT3HevDXmurO5aC9ikB3/OD97/eFdx4V8bXP2q2tb+4nntcrF5rsd8QJ4yTklfUc4H5GXFJF3dyxa+FZJ5J7jULVrOLzRi3hzIq7jnGQSeBzz1A65p+o6FdeFDcXdxdTN4d3KZEBA+0fMAAqnqcHPIwMeuK2bjxpbXV42m6DEjzOfmnk+WNcDOQDy3Q8n8j0rnfEdvHeXgvtS166uUjTaUDbY5AVUlfoDuHoe3rXPJq9jaKe7MbUtA07xVkWFxZ2TRK0ijaSoTr87n5mP4cewrzO7tTa3DRFlYgnlTkH3rpJYJrjUJLTSfPkhZyIwMjI7cf41o6r4Fvrazjlnk2XbAF7dlJkGeh2jJ2n1+uQOCZsaKSRxUMhU9eK1tP1K4tWWS3kKyDpVXU9LvdLvGs7+2ltp0+9HIpVhn2qOGNtwxTuXa50enQz31x9pk2SNnLSzthF+pP8hzXR6ROovRDZ6e2tXzhnjaVcQJtGWIXjgAZy3GOa5ALNHaCa4lcKhGxAecevtXW6bZ3niLSol/tCzgs9PDybECqQrkBtxHzOT8o56Vg1bcrQkvb5r5/tN5LNrd0gLFI1ItofYbeW+igD3Nbi6Pa/Z477xFduIUXctuEEargkFFUcDpntnIrNbXLKztzpmjael0AAzbgCAysCrsfbGCOnPasW81Ka/uC14x1CUc7AxWCP6nv+g9zU8o0zf1LVItV+0WOj6XYWtrMQs15cgbVU8ZyeBgc4UFvTtXnpspElO47SD29a24nub7UIoo45NRuc4it4U/dIfYDr9Bx9a9F8NfCfU9QdbrxHdLZRsdxghw0p+p6L+GaUVpZIu6jueZaff3VnOkiSNvU/fU4P/wBf8a9D8OeNZVZUvJA+8bWlAyrD0de/8/Su/v8A4XeF7rTVtLe1e1lQfLOhLNn1bP3q8k8ZeCdb8KymZ1Mtt2uIxlCPf0P1rOpSvujSnWT2PWdH06LWopW0p4S2N/2WVuJPdD/XqO471y3iLS9IurmS3vomstQAIZZMBifcn5ZB7nB9zXBeGPGeoaJKywSDY/34XPyv7qf4TW7q/iSLxFGVkcvMeqSHbKv0bv8AjxXK6PK9DrjU5tzlNYtZtEkmtnQqsg7nKMPY/wCfrXIyyKHZOmfWu0vI7tIWilVrq1H3ht+ZPqO31HFYF7ojyqZLPM8eOFH319vetqUktGTUg90Y8kmF2rk0sE04jaPc5jfAZQeODmhLaRGO9Syg846j6jtW3ptrFJHuGGrZtGVjR8PSXCaN/o8PlcFHWKUCW4HcAnoMHGO/fPb1r4f6h4TutKCaQ/2aeNf9IhusLMvuexH04rxee8urGZFt5D5UT+ZsOdu719vw696lFxBr2tRTTPa2UzqyzSyvtjHH3jgegx3JNQkr3Jkmz1jxX8QtJ0vdaaUo1G96bl/1SH3I+8fYfnXK29lq+ty/2l4kmZEILQo/DkY6IvRV469/el0PT7axXzrGS1lZSN2pXS/IgP8AzzQ5x9WGeDgevQ6JdRiE3cdyZV35kvZvvjBOGUnhR7k56AYrOcyoxV9Dk7y+mkP9jwq9pYW8m7yAu3k87sdWJHQnnt0rg/IP+3+leqeIr7T9Tnb+w7E3+oRKXa7UNtVQcthR1XrksMcnjvXk/mXX92D8xRQd222XVSSSRg6PFA17P507xOI2MZVA25v7p5GB155+lS+Jc/6nerfPlSMfMAMA8Ejp/KqP2u3iRJAxNwrMjRqmAV7Etnk+2O1N1B2lm3OhhXHyq5y2K9M86xSAO7HSug0v7HFbfaN0yShghG3Mcgwcqx7Zxx/kjCaOQqZArbR3NWIryWO0e1DfupGDMv8AtDOD+p/Ohq6Gmek6Jd2a2W/TZJ1dZAwhbG5COxxjH+8OvHQjB6mxbX9SkMsjMQhw7N+8xgDqTkDt1ry/wXfsuuWbKXWTzAqsqlipJ4+Udeen/wCqvcLO40eDS31DUNRS+uQ4U2wnXdvYHDEZJxwchRxxlhxnSm2lZHLWS5iprek6DFfaNcapcypC0Tw3E8W2RfNC5Ucfw7jg4JI59MVy/iDw/dad4hk0tpYyysCrBtyurKGVgR2IIPPrzVvxnrtxf2sFmYbeJI5vMVIY8EZycZ5Y/ePUk0/wfcLJq8H2pxvRG2jZkE7TtRuRwxwpOeASarVIlIwZ1fnzjyBjYF27TnpgdK3vCOvX2gmcQ+TLHKm14blPMjcEY+6e/T8qt/vb3VFs7OOKWaeVVQ+ShYsQBjJH5VJ4gsLzw3qrWuo26LdMiukuN5Ix2z93tz1FNWe4NvoZ+27vhvCOYgSd2MIO+B2/CrmmwrvHf6VHBdT3Y2tI1vbkY2/eZh049fT0rRsIDEQrZGa66LT0OSrdHS6Tb58tR82AK7vw7BIoRon2twc9CK43RT+9V9ow3IHrXe6EQrIPbHHrXXbQ8+Uj0PS7SLVY0e5jxcjgyIPv/wC96n3rq9H0lbHzSMDfEVxXOeEL6GMxPJgr0Yf1rtkmgkAKSKQfeuGu5J8vQ7sLGEveb1ON1fRjEm7YfpiuK1jRrq4dvs9vK4J5CITn8q9Y8Q3sMdhIisC5HGO1eU+IdRuNzA3EmPTea2oylJXZy16cISsmcze+D9ZOf9AlTnrIQmPzIrJu/Bt1Hue6vNMtgeu++i4/AEmrd/cO2Szk/U1yusyrlstW/MyIxRLf+HvDMJJvvFtoCP4La1lmP5kKP1rCnj8AWpP/ACMGpN6/ubVT/wCjDWTfy8k5xWPc+UwO+fY3YFSR+lZyZ0RidvY+IPCfmrb2PgjTg2DiS9vp5ScDPO1kGT7DrT7fx1qVuPN0nSdJsQBuGyyjXj6tlse+4V5rHdi3ukds/KwJwAT+ta2r65b6pIsdpZ/ZYwMFU4Dnj5j3z19umAK55yZ0Rp3NDxR4/wBd165WPUJIZFQ/u1VMbSTz7n8azNWhmvfJvApCyLgk9Nw6ik0bR5bq8XyIDNKO3Zc+teueDPAdrMfL1e8RLgITHFxlTjjA6D8fyrLnUEbclzyzTPDtxK6nYTnoCOK7TT7Sz062VJUWW64w5ydo9AOgrqdbi0Xw/GYb+6jjZvuwwDzJm/3vT8SPpXM3HijTYGxY6DBKe0l5I0jD3wpVfwINVFSnqyJSjHREq3ErybFUlicAAZ/QVtWOj6xNtY6fdYPRniKj8zxWB/wles3CKqXX2VCPuWqLCDz/ALAH61c06+uGbdJMzk9SzE5+tddOFjirTlLc7TS9CvjKhmltUGRw1zH/ACzmuq0iNLZwrbScjkciuG0594DKeP5V1ehtJIyxKC7k/KAOc1o79TmSS2PVPDccclqWz9VrX8tcBdvy9hXFWF82lsqST4mx8yA52j0PvWoPE6bRlUJrhnSm3dHpUa9OMLS3HeJ4Uhi3dVOeK801x1JO33rste1J7u1N1uDx52/L/CfQ+led6tNuY54rqoxaWpxVpJz93Y5jWVU5rktTht5wyTZiPO1gMgH3rqtWkBDe9cvqJySehxVSHTOU1N7rTs29yrSW7fcKnofVW/mKXR/FupJ5Fjcak/2INhN43KhPZs54/wAirF9zuiZTLE/3kP8AMeh965fWtHuLEm5gZpLUtgtt5T2cdj6dj2rnlG52Qkdl4ti0drY2s9vFfakhIENtIHYODjhwMY9huzXJ6L4f13XL54Vs10+INsfepRUOenqT+Zq/4H1qz02dle0Rrs7ik8s/lqvGep6f16V0154k1HxFdXB0y1EbzMkskwBjhhJGGBJycZ5PPNc0k1odEZGHruh6PoES2y37TXsZ/eJtOHPpwePTAycE5rK0axj8QavIda1FbOKLmRFGZGXI+WNPp/k10SW+l2N9KWkbWtSEKSzSqP3UKuypwO+C68Djr7Cue1GHSdPkFo11PeXUT5imhx5p7hT2AHvk/TpWbj1NIyudbHDceFVmsNJsLSJ0/ff2pKoz5J6EhhwfUdR6DrXJ3Wt+XM02llrq+V9z6hMxWOLPULnsf9r04FUh/a+tMsTb3gjJMVmshEUeTkknsM9f5itrS/C7RvDNfR/2h82Vgjfy4Y+cde5zxjjPrUvzKSRhy2V14ikM13M91ITj7Qw2Rp3wvGT16D8qp6posvh+6Ec1q8iE8XBGVPuo7fjz9K9e0uxtYANkJWVRgh1wV9sdB+FaUttb3UJgvIUlhfgowrLY1UtNDzbQPh7rHibThdWdvutXztmJ4J7+569q5rxF4V1Twn4jutI1aNkltZPLaNHxv9CPUGvRNRm8SeGdPn0jw7qlyml3L+a0D4/dNkdD2z+A45HFYHjvUItY1C3uwshuzAoupZGy0j9x7AdvXvUtlxOXaSaSHyWVUiB4ghGF/wCBEcn9T7it7wFoem+Ib821/qqW+w/Lap8rSfQ9Py5/nWLeMIbOUpjcFPI4ANYVrcASCTzDFLnIccc/hUxim9Sm3bQ+sPC+g6Po0ATTLCGDj5nAyzfUnmugVMjtXhPw/wDirNprpp/iXzJoeiXI5dR7/wB4e/X617fpV9Z6naR3en3UVzbycq8bBga6ElbQ5XzX1Lapx3/ClmhhaB1uFRoSvzhwNpHvnisHxN4t0zQomM00ZkA7twPrXifjr4q3N+Wgs5Xcc4xwB+FYzmka04SkN+M/h3w1Y3Ml5oNwsZLDzbccxgk/wH+nT09K81huZIyFfc6DoQfmX6H+latnHdatM82rahDal1LQRy5zJ9AOfxqpPYmKQqVz74xmudu7O6Gitc6PQNZjxGt65ljBwsycOn1rpLvRbe7CXlnLFGW6TxD903tIv8B9+lecxQSRsHjJVh6VvaPqF9ZMlxb74dx5Q8I+Ou3PX6VhOn2OiNTuWdW0vfc+TdQm2vB91x1I9m6OP1+tY99p95pzh2Hk56SBT5T/AF/un6130OoWms2/2We2ic7ceWpwVOOoB6H6EUWGj6nbgpbFr60Od8UifvEHoVP3vwrJTcXqaOKktDzpJ1YtDdxbXI/A+9Ni0iB7ne0/lJ95Ttzziuw1rwrHJAZNPWNFY8RbsR5/2SeY29jxXKT295Zs8EsbsE+/G64dPqP6itlJPYx5WXYZJ9Z26fNcQpO/7uOSSQRwqOwxgBfzxWFH9sit/s8txIbaJuE3koDn0HHrVuBImfc2AhPILYqB5PJm83aTGDh1U43j69jila5Wx3ngrxTDYaKtn5flRGQl3t49skzHGI5JDnbkZAABXkkg81wn2mP/AJ4t/wB+l/xpkckhZ57OUbFA8yOXGQD/ADHv7isb7Yv/AD6w/wDfb/8AxVXRhZszrO9jmFMqXDG2yH3HkD5s+3pVqAwqAcK0pO0gtnJ9c010kPyrLtjZufTPvUQBjlERAG1uSP8AGvQOE1otOvLyMuiKsfQu/wAoHsBVK+02S1YfMJEJIDgcEjqP5fnWzYXImt5VdppJ2I2ouTvY8lif89ajMbTZjCSXB9I/uIe2W6f560KSE0zM06NlnUqM881694S0e0l0wX8lyluu3EiqwDLxxk8+xwBzj8R5/dWS2VyVjAMbAFcMCVz2yOMirFjfXFsN0bFof4lz1+tXq1ozOR6lq6+Hn0y1TRobm8vNrC8EkY2g5ADIevHXn1/M0nQdxiaMplf9fHJwHH+yV7Y4rkLDXbmAxsxiS0Y4ZE5IHqe+a7qxmVoo5kmXaRlWz1rSEVY55yZ0FjY6HYyym4XJZSYowgDcdO3Sln0nTdVJlECGQdG252/gePxrJuLaW4tzMJMPghWB5HvWr4UvGFoq3DOrodrE9G56/wAqLai6FOC1sdJvnGo2YcOpMUmcnPOPqM9RwfpRqOoQahLFFa6dBa7WOfKzzwOpP0/U/h22uLo+peGpIZoZPOj/AHkcg4wQOfzrzaac27tHCUjHfnkitoJRlzMym+aNjo9JPlSH94FHcdTmus0+9+dMcD+7mvONMnZipjPGOteleCbW1W0m1zVyRp1pjKZwbiT+GMfzPoK71NWPOnS1O/0KSO204apqTGKJifIj6NM3qB/dHc1YHiMszHivNtR8Uvq161zcTop+6kYGFRR0VR2Ap0GsejBvxoUb6szd1oj1FNTttTga1aYW91j92zHCSexPY+9cL4gSW3uZYplZJEOGVuoNZc+sRgf6za3oOav2niCx1lFsNVl2TAbYLth09Ff1X36j9Km3KWlzLXc5jUZT8wyRn8zXLavIMY6n09K7LxPp1zY3LwXEZVgM+oIPQg9xXCaqJC5HOPShs0jEwNQkJJyfzrFut8jbVUsfpXQfYbi6k2xRPI3oozXRaR4QEaC41XEEPXafvN+H+Nc86kY7s66cG9kcLo+hz6lMESN35xlVz+A9TXcaX4Is7WRTfsyHvEh3SH/4n6cn6VvXepadothhSmnwY4C/62Qe3oP8815/rfjqaZ3t9NX7LHjBYn52H+e1cjm5u/Q6lHlO5fXLHR3S1sbeG0WM/wCriXfIT/tHsfx/OpxrWrak4k0W3aykXG6dW+cn0LdAPYV5Zoklzd32+RHeNVLbj3I9u/FdTaeKFjYWtzuCqcfMDhfoo6GnGxEk2dBq2jxX2nyXNvcy3E8Kgyo6fOJO4xnO3g4P6c1xf7xeW7HpWvf+Lgtvst3ZZAcnBAyccFvXFQRXllrILLtgu/4l/gc+o9K1pVWtJEVKa+yP0ZVMwDZ+YH8DXQ2se05AHHUVj2GmXTvt2Ns6FQOc+9ei+H/Bb2doNa8SSNp+ngfKjDEs5x0Vf6mutNJXucU1d2Q/wnpt3qUx8rZHCnMkznbHGPUk11c2s2elRmz0X5nxtmvGHzP7L/dX9TXEa54tEwWxsI1tLCJv3ca9CfVvU+9UE1aKRtwbnuP89qpLm3MXGy0O6h1EkbixLH9afJqJH3m2/WuMi1Rtu1ZDt9N1LJqbqQDjr0zzWhhY6yPxFLp8paJhIG4eN1yrj0IqPXLaO8sDrGk7nsidsqHloGPZvY9j+HWuLvLyXOJFVM/w4yfx9Ku6B4guNEuvtROY5E2yQPyLhD1BHp7/AJVL01LiujKN5IrOVLBSPU1ky2ctywZRtjLbd56Z9B6npxXUeJrW0utPbXPD/wC+ssgSxsctaOf4XHcHs3Q9+a5Tw7rStdT2135aP5bASynoMdB6H0rOpKyvE6aUNbMbex/2JLHI1vG8Eh2mfqyt3BB6f55qaSOK8i35Rty437QRt/2vUexrejGn3WjvDJbm5adSMk4jxjqT6iuHu7XU9IElxp/mXNmnMsTDLRgeo/iWuPnudvs1YwvE/hORWaSxtz8xwIhkhz/se/8Asnn0zUWj+IrWDS7Wy1SB5fsjlPJAxHLEwIYsFx84zkH6elTyeKLqc7vOhjjbkIw3K9WI9Fn8RRm71HfAzqGiuSuJH9mX+L/e4/GhzXUqMWjK1bxFc3lqlrYxLYWixC3Ep/180QJ2qcdew4Hbk1myafHYwrLqDNGWBKWoPzyEf3scIOnBya2db0+Xwsbe6toxdHI3XMg3KT/cx2qS81DSfEWkvDCpt7sAt9n4wvHJU9x7daxvqa2N3wbqejanZ/ZbKOO2kUfPbEYb3PPX61vsbuyVfs6pPEoG2Nxnbjpj/wCvXgk73WnXiyeZJFNGcxyqcMK9R8E+P7S6sfs+usILtBgSgfJKP6GlJFJMm1fxnZ21wEmt7gXKL++Hl8x5yQAffHQ8Yq9YeLNLuonZJWlKcFIly5P+HvXNeKtX03WdUiXT4NjDKG4C/OwPGOeAOe/PPasDwvYTXUjwxxOsgZONuCRu6Z/THfNYOxrFHQa14mvNYlS3hi+x2QkCycZY89Px9utQ3OkSojzTDaWBkEKcvj09qs2dhLeaxLFbvElwp/eyyn5h/ur1xjjJrvLHSYYbVII1MnOWaTksfU5qJJmikj581+5mkcoo2RqeF9P8ax/M9TivbfiV4MvLmOHUra2SYDIePo8h7EdyB6DpivHNQ025twHljKhiQD247f59aStY0TuLbXhC+XINydge30NdN4X8SX3h/wA17G+fyJ1w0IOMkHg//XrhwzRnaRla0tPBlG1Y5JHP3QOAfqarmdhcqubOt6tqOvXRa4mGzPTdhV9yapaaq+YTCoI7SsuTn/ZB4/P9K09O0C5uF82fbsj5Ofljj+p9f1NbdgscK+VpduJbnn/SHGNoHUgHhQPU/pWNu5fNpZEemaZbW+261GQwlhuwfmmfPQ4PP4mrt6y3CKkFrFZ274CtMQZJBnHU9s+gFW9A0W+vnZrS3+1T5y9zPkRr6sM9fqfyrpiuhaDDNIFt9RupIhHPdXQ3Qo23DBQeXyecdPSpauCZg6f4H1e8sBdW0ECMc7UuH2OR6hf8T+FcvrGnahp940GpQyRTDs46jtj1FdJreqa5fEzabcT2zbt3nt8sj49FH3F9uv8AKruheMbK+iGh+PbWNlPEV5txg+pI6fUfiKcYg5s4WOaSLG0tx0IPzL9P8K9C8C+PmtJI11hEubaMgC7XKyRc8bscj+VVvE3w+ureBr/Q5hqdiRuHl4Mir9B94e4/KvPpUkhmEkbGORf4hwRU1KV9Ga06l9j3nxbFY63JFfaHKqSum+SRQGWRf+mqDqP9oDI71x2r6bHPIlpqdq1rcqMwsr8gesb/AMS/7PWuK8O+Ir7S7sNazC3cn5k/5ZSfUfwn6cfSvS9P1qy16xezktRDMF3SW8pwrH1Vux9x+NckoOOp0xnc881zw/cWOZmwYySBOi/Ix9HH8J/zisG4VlOyeLaccc8MPUHuK7m4k1ewmuFTdfWSn545FzIi/wC0O496pPpEOoW5m04qIzy0TZKA/wA1+ooVRrct076o4SWy/iXpmsXy/wDOa7nUNLvbJmRrdz8u7YRk49QRww9xXGb1/umumhO9zCskrFK+smSNbhVBikHODnH+f8R2qikO2QOclT/F611dpAslsrLGTFIoyAfusOuPyz/9alm0I7C8Y3cZK/3h6iul1UtzlVNvYxLGGW4kWCFCEkcIUB5JPQE11uh3mm/Y2s9QgmnKoRAsThNjf7RPAHX3rETTrqBhKm75eM+o9KvaRp8t/dR2VrEzzyNlUVcs7egHc9aydRGnstNS1taSNklG6BT8yQ8DHbLtz+grMtEja9Mcc6qDny2bo5/u/Wum1BbTT4oluUaWN13CN8pg4wyuv94Hoe4xkdhx17DJdSsIAIogcnnCr7k+v0renNnPUga9hf3Oi3ovLVFkiXiWGVd6EHgow7g9KteEPEMdvqzwTr5NjPKfJUsWEGTwMnqO1YMt5Gv3pfOJUBsfdJ9T61mSySOcuc46AcY+ldCkYuHc97F9Gf3UMqj0GeB7k1SvNcg0qF3N20srnIGfbsOw6V5hYaxdLbBY93mYxljxV3TLG71C6H+tuZnOAAMkmqUrGTgjpn8Wavev5FtK8SN2B6j3qVWlLDzCSegJqDTdMktZFaQCPjOSMhh7ev8AIV1fiS+0S406Cz0jTxEVILXBkLux+vAx+HarjLUzlHTQb4bhlnuobOBd8ssiqqryST0Feg/ETUP7OjtvDVm0RtdLGyVgcl7hv9Y30yCAfQCsn4W2sHhvSLnx5rGEhtVaPTY3HNxckYyB3C9SfXFedX+tTXd3JcSuS8jFmOeTk+tdfMcnJdnRm/2sSrAZ64pU1RsffI/GuU+3bv4qUXTMQATmrUiXTR1E2qNn7xx9amsdRZpQ2SWBG2uctIZ7qQIoYluwGT+Vdx4X8MSxyJNekRdwrHLH8O1TOqkrtlwpN6JHrfgKzbxXo6abqcayNGpMMmOY/UZ9D/Oq/iH4T21iWnaaW4j6hFXke1T+HvE1j4Zs9wuEH94KcZ/HvWifil4f1mL7HLLIpJ+aXoUPYgf1rzJV5X02PRVCKWp53dfZdJVokhitEj6tIcYrgPFPjFPNaPTSZXH/AC3kHA/3V/qa1vjPpOp2eoC+EjXVjcfNFcIcq3sfQ15TclicnJrSFNPVkSqW0QmqXVxdSvNcSPLIxyWZsk1jzpLjzFBwOpA4FXW3dxmux8JeJl0HRNW028RpbK/gIjgIJXccjqD6HnjnA6YFaszTOIsL67glSWzdrd1IJO/GSPQDpW9MDeWk+qSzWqbCA0K7UZmJ/hUcn16fj2ptjeW+l3MsdtZ2F9HIgxK4f5Qy8jqORnB46il0zQ77VJh9lhMpXqeir9SeBTUepLZTknkViIbVg3ABcYP5V6F8OvA+q61cQXUwNraFhull4UD2zV7wz4Z03S9s19t1C9GGwR+7T8+v1P5Vpaz4+SxP2e3kW7mTKgEYhiHoB3qJS6RKS7n0L4c0vwd4fslkgFvcSxINk78s5x39K8Z+MWv317rc0k+5VAxFGTlQvtXDx/EjWVmLzyrcwngxMuBj0HpW1/bVh4isPJumLQn/AFcpPz27f3W9v506N4yvIiqlKNonLi8ZsO3MZ43DsanV3U7i4C9Q4PBHt61n6vp19od7+8QSQSHKP/BIP8aXTTLdXSW9tG0hkOFjHJBPp713qRwyibf2xtu3IiAGSxOSR7D19q09JM1yu21jaNOjyscH35/oOawzcw204s5JI3nDbcE/JGf9o9/5Vj6nr09pqO+C6DSxEhXH+rYZ6D29ulNz7EKm2d7eLYWDvHFcmRkXfvA3E8Z+X9fesd7uz1lXW0yl4mSdz5L9yT6frWZYa1Z6lblY2W2mXBYNnMRyBgeqk4+n82MLe015ZtFt5ftKsN8eM7D3x/j27etZOfc2jTRoeG/E1zomp7ht5BjuIXHyTIeqsO/+TV3xVptoFh8TeG5C9i7glfvPayf3H9R6HoR+IrG8VxWUd2Jr3NvK65eENukZv6DHc1n+DNZu7bVZbWGDfaXKlHt+qsvof8ex5rNzvsaqnymho3iCSzuGiu5pDbScSKoBI98HAP04rO8S3194gc2emxyMFHz7WwNuernpWrqvh/TLe5iuH1B5IrgllhiX7q5wAz9jkcgA8c1r6Z5MUC2sMMaxqd2xBhPYk/xN7kmueTW5urnL+GfD2kLOIb/M17EAZInBCH3UH7w9+ntXdJa20gDWyrEVAGz+Fv8APrXP+NlspNKWRpPKvIhutZIuGT1+i1ieF/G4FwlnrbhccLcovX6j+v6VO6uitTs7+0t7qGS1mhCb1wyMMhh7jvXlvinwrdaNcfarDe0QO5VByyY7j1H6j9a9WuL7zhH5LR7XXdBIwz5uPQDov+0cfQ1xWveKFtri5tU2X1xuKKRyhXqGz1VuoIH147Z8zRpFXMfTNf8ADGpRZ8V2UjTqMeZEM+a3QFhx/nmuOW3ube6MMMAmtWl3RhgcuueBxXT2+h/29bzXkca2lzG48wlP3L5PQH+9TPtEHhzVvJktJ2kTGJpTgMO+B/d9s/X0pblm14R8F3sskF7qLG1WNt0cKHDg+/8Ad/U10mreGd8fnW0ixCBTtjGeSe/fJ96seHPENlqEar5sccm3O30Ht/8AWrqDbtA82/5CoKSFxyremD37VlIaZ4P4ilvrHUVkZ5UlQ5WRSdwPrmvQfht4u/tmJtPu5ozfoPlOMeaPX0yO4/H6Wtb0azvY5Vdcy/7Q+Zj7f/XryXWLHUtKuUv4YZII4piqTKMfOOoz60S2KjqfRcVzbWqSPdRrOrKT8+cnjp1+uDXlXjd/C+rC+mjSOwuSnyoSXMpzx93gN33cenfjlp9Y1TV7cI1w0duoBZ5W+VW9vf6c9aS28tJFIhZxg5lmPzHjqF7fr+FZtGsVYxToWxlyVkzzwOfxBrT0zT1tuVXdJ/zzBx+Z/p1+la8MhQbblQsLDBUrlmU+wxn8Tj3qKWayhifyGk8kcFFHzY/2j6fShMpotpb3V9cpahXu5F+5bphUQ989h9Tk+oFdPo2iQ5jh1O4jjy2VgjxgsOnX73XqeBmuB/4TKbRtQhW0hjaz2/OmMBueoPqP8a7Gf+zPGVkl/pF55OoxKMbm24P91v7vseh9aFHQmTsb2s6lcWcraSLV44o2AkRQfLUnoWPWQ/oPes/UNNWOcSSzQ3DAfJIjblK+q+g9sD6VS0rxXNBONB8aW7wSRfJHd7eVHv7fmK19V0+W3hWaNlmtZPmjmTlWH4UWaWqJ5k3a5mmNcVnatpltewmOZAfQ45rWtIprmVYYYWlkPRVXJNWLttN0mBpr2SK4mBxs3/uYzjozDl2/2U49W7Uir2ZgeBh4k0O+22VwTpav++E5IhH0PZvYcn0q78TtR8P3q/6NbAaiNzPKnG7A/iH5e/NY2v8AiHVtYnRbbMdtGrBOkYAxkhQPlTjnjn1JqHRIIb63uLLT7Nbt22+fqMrFI41xkoB3579yPTFRKpf3UaRh9qRzAXdnjk1dWWe1iCXEjBBysX8Y9wf4f88d66f+wbB2NrpGqwyamF3CGRdryD/YPTPt1rk7q3lSV0mRlkViCGHIPek0maRkdf4Z8ULDJEL1TewIflfOyaL8f/1ivRbbSdM1S2Go6RPFFM+Nl1GgWNj/AHJVH3CfUcGvBQrI24bgexHauj8KeKL7Q7oSWtz5DfxA/wCrkHow6f0+nWuapSujphO2x6lcaYskxstQsja3afNsUdf9uM/5zXiH2OP/AJ+G/wDAcV7lpXjnTdf082M1uy3Q58osAytj70JPQ/7J4PTPSvC90n/PS+/8Bf8A69LDQlG6CvOMrMfpemtaxxS+WwgdFZlHO3/aX1Gfy5FejeE/DdnqIQF0BI3Ag9R7f4VlwWUJ0W0uPtStC0MZ84EnyztA+YYyBngMB1GG3DBK6RfXWi6gsE4KIx3YBG1wf44z0/AcUq15CpNLQ3/iP4H02w0db7TpQXA/0iHnBHZ19vUdq8ut99rdK9qfIeLDCUNgqc8MD2NevajqS3dvsaTzCRmNh347f1U15f4qtVVnaEeS75yg/wBW/rj0+h6VFFNuzNJ6I53XdQt2uGkZ5L67Y/PNK5IJ9cnk1z9zLcXbBZJPkB4VRhR+FWL+3KsdoIx1Xuv/ANaqsUhjJAPB4K54Ir1YRstDzpu7J7ewnaZI1hYsfugDtWlqOmWMMMSQ3vm3e0+cu35VPoD3NUZtUu3jWGM+TERjK9WHuaINoTczD6etamTLWnxL5sce5Qx9Tiuv0bU7XSGDhEkkHqu7Ptg8VyAm82IRuoUA5UY/U0+OTDf3veq3IasdvrHiK51h23jyoiACoOWcdtx/p0+tdZ8MvDUN/BPrmuyNZ+HdO+a7nPBlbtDH6u36Dn0rD+GnhSLVoJte125bTvDtkf8ASLkj5pG7RRD+Jz+nem/Erx8+vGDTNNtl0vw/ZArZ2EZ4Uf33P8Tnux//AF9EIpHNNt6In+Ivja68U6ghWJLPTrZfKsrKLiOCMdAPf1PeuPac54yarW7vO4VUYZOF9/oO9dRo3he8uSrzRmJD/eBJP4f59zVTqxjuxQot6JGXp6TTsMA89MV2vh3wvPcASXA8pBz83XH+fWtjTNMsdHUMyBZT0ZwDIfoB938PzNVdb8XWFohiZ/Mf/njEf5nt+p965ZYqU9II6Fhox1mb9n9g0pNlpCHb+KTpj6n/AA/OqmueJLaGIR2si3N033VUkRqf5MfrXm+t+Jr2/UrIwt7bI/docD8e5q1p2pQrAkRYSIp5Rj8hH94nsfenGDveWrJnPpEnvtY1G9kczTOZF+9H0Kj2FZY1C4jlEiSMGU5BzU19eWN0VW0kc3CtxdE7UTHbPVqp2+NRkeOMIl4o+aHoHx3X39vyroVmY6nqXgLxY19p82k3kKXduyfv7Rzw4/vIeoI68fyrK8UeDLZGF7pcjzWUp+Ru6H+4w7N+hrg9N1C50y+8yJmimQkEHgg/zBBr1r4d6/HqyyW8qp5zDFxExAWdfUehHX2qJPkV0XGKnucfaeF7ZpYvtaSomMvsxu/WpfGGjQaxcwQ+HdHks4kiRBFvMjFh95mY4GSfQYr2geEke1W7KvLbgYUhcsB6H3rC1grY20hgVLC2Xh5mHzn2FcqxDbNvYWPPdG8CWtiFbXbxGkP3bWFgCT/tOeg+n51r6nqVhpVssKmGCFPuRQclvcDv/vGud1/xMsZkTTVKD+KeT5pG9xmk8NafpOpaZLfapdySmRjHJKZMC29HbJySewwa3cptXkZWSfukc2q3evXL6baTJYoyl8FyWYDrnAyx9h+VUNR0rUNPs3uEjQPAFeTLBjIp6OpHGMfw5z9ex4o8Oz6fOk1rcLHqVsm5rdWHnBF6Mdoxu4zx1HNQ6bql5rEaxyAzPCfMUBhHHGcjLkD72e561SemhLT6kcU9tf24kWJRMSMlRhU/3gOx9agsr+506882FgD/ABKeVceh9RUGvRrZXiyQSRKbhT58UL5VWHXHseuO1VomVgPObansOfwFbRd0ZyR6v4b1zT9VsntZoRPbMP31q5+eP/ajPp/L9awvGmh3ul26XumXRutN37o5FGDEx7MOx9+9cfbzS2k6T207BlO5JEOCD/Q133hfxR9oV4JEiE8i7ZoGA8q5XuMdA3t0PbB61qjOyZzlpqVvrc0cOobYrs8GULnzfqO7fz/WotRtZpmWHaIouwblj9cZ/L/9dbPirwpB5baz4ZZ/LjO6a3J/eWzf1X37d653SNYv7MSWreWGYEKzrnGeuO2fc9Krm0E49gm0u60tobmWYxpKGEbDhyOhGD1FXoPEl3aWYhsFW1k2BZbkE+ZIR3z1H4VVl+1X5RZHaVweCxyR+JqytnBZgP8ALcTjoSuUU/Q9fx4pN6agkJarNekTXkkdrC3WTy/3j9uO/wCOR7mt2waxsojFZx+Up++2cu492/oK5e5nNzKxb5bj+7nhv930+lLbXM0YVSu4Z/KspK5odNdTQsSoyY25z2U+tRx6hJHbmDznCA/KIowxB9fp/nmpdMjjuLVVkKpITgrLwB7/AOeBS6xBNHC1uI5I4R8xgb5mQdip/iWs5Fx1KE+m3l+7NeXGyNlDttYMSMcMxHA+lctrdlbaXMwkZ3hJJUMMSn39q15tTv4LcW1s6iHJ+YjOM+g/r27VHY+H5L51kvLgRq+Spk+9L/ur3+pp2SBXuYsE2qXcC2drdXMkM33baI/M4/2j2H+fetGTT4PDtzbprkUhluE3JGoIhTrjeer89vx56HtLXw5byaLJp+nk20j8+cv3n9mPp9Ky/EVxdC0g0nxbZjYw8uG7A44wB8397p/WotdlpiRazJ5UbSeWVjXEUQUeV9QBwKdqMNjr0XlzREHbnaD80Z9VPp7Vyd7Z6h4fb5w1xYFvlbt/9Y1o6ZcLMFkhY7j0IPI/wpcqGmYGrafqXh+YSLIXty3yyrwPofQ12GhePJJrWJbqUG5BCZc4UjsxIBJPqfyrR1XUNGh0CK3cJqV7MN0ig/u0TPQ/3m7k9B9Qa4eXSIobme401ZLi0GSFwcAd/cgd+4/Ws+dPdGnKbMvim58+ZGuJVgDERui4eVf7oPUD/JzTEuJpdEvV+zq1ozB2hznZ7+3YGk0PwvqWpIt448q3YDFxN8q47BR39gor0Tw/4V+xW7i2hRp2QsGuSBJIP9iM9B7nmspalppI890vQ7u8EbkLbxEYTeOuf7iDk/XFOnsrixaSOCyljZSQ8s8fz578dF/U+9bXiTSWub1ri3aaDVVHzWzOSWx0aMnr/u9fT0CaJ491C302TQtahtpLeYeUs8sYzD23Dp83+979Klxl0RcZI4+OO3OpJFqV00Qk53E9ffPavQtO0PR4YRF5McyuM8fxjHr6V5h478OalpTQXwWSbTLtfMglA2/LnHT+E5z7HqMgglnhLxdeaVttLiQ3ViW4jJwQfY/wn26GtFHsJu5s/EzwdDaRQXGiYkhlJzbNxgjqFPr/AD/CuC0u9vtIvPtFnNLDLGcHsy+zD0/SvojwrPpOtwKyXAkRlO4PhdmBkqc9DjP9K8+8Z6FaX19cTQ25tAhJimX7wX0I7j/PSjYFK5PoXi7TPE1sml+IoUWbGI5cAYP+ye306fSuj8P2msaHfeRazRXGksd0sc+ShX2HUN9P5V4vdadNZzmOcKkmNyEH5JB6g9j+n0ra0jUNSmsVtLvWJ7ayicNsJJY8HgDqf5cUSqcqEqSbPRPE/ieOKOTTtEjRZJc7o4T2/wBtxyR/sjjjp68FPcXl1elLhpL64HyhIiNiexI4A/2R+JqxcPDN5Frb/wDEssJHCvPM2ZZs9WbHb2HA9zzXRata3XhXSYr3RLYXKM4zPjIxjkexrm96W5v7sNtypPonk2cV34luo7WFQPLt1wGx7KOn1PJ7mmTX11cwLZafGNOsyflBH7yT6KP5mrGiQW2vsbjT7kSXxOWS8YloPXaMfN9a7fQdBsra0/d2/nakx5eRvmB/vZ9BWihfYiU7bmL8P/hhqvii7MNvaeTEhDPdzuyFD2OR8270/wAK9evfgx4Zkt4o9e8SXE1+BtMyiKFpB23A5yffqe5rb1zUX8H/AAbN9p7JHdGCP98UyFeQhTIR3xnP4AV82a1dXzRtc+ZdXTzjfNdXfzGQZ+8C2doyPrVcqjoQpSnrex2nxS+D82gadLqmiSte2sXMqYw8Y9cc5HuD+GOa8XnV0YiQFTX0t+zb4lu9esdU0K/ka8isY4zHI/zDa2Q0eT1HHH49sV4P8SdObTfGer6fvZ4re6kSHLEkJnKgfgRWc4pK50UZt+6zn7aZoZFwzAA8FT8y/T/D/wDXWL9ql/57Tfn/APXrTyOPWsT86VPqaVFsd34F8QPOiWe7yrhVHyjAD8YyO2SOCvRu/PNdLcJDLatb3MBFsTkBMgI395M8qf8AZ6GvErG7aKUGNyjocqfQ16Z4a8VC/g8i9AMygK5Pcds+o/znpWVWlZ3RUJJmrDcS2pWwvJN0MnME/Zvr3z+oqLV4ZJsh+cDO7OQ3v7/UVPM1u6GB4/Pt5v4M/ePqp7OPTvWdM02n7BI73Om5+W4GS0eezjqPqP16VlFalyehzWp2hJLYO5ehHUD+orDuLHOWXbu9B0P0ruNVhktylxb7ZIX+ZHU/e91I6Hn/ACKxrtY5wJJbeKUEnLxYik/Efd/SuuEmjlkkzk2UxttbKnuDUkLMrcKD7ntW0YbVf+XieIZ+7PCSv6ZB/KrlsLfGVubA47ra/wD2Fbe0RnyMy9Os7q8lCW8Ekznsikn9K9I8I/D23hQar4yum0/T48H7PGR58x/uKO2fU9KZoesatFAtrYXyiQjiONGQke+FFalno1/q92j32o+cW4XB+T6A9/wzUvEqKGqEpFLx1rF1riwWtnCmnaJZjZZ2MOSkY9fVnPUsetY+j+FL6+kDyR+RH13SD5sfQ8Ae5r1ZdD0nQ7Mz3BVpAvDnBb8PT6/zrl9W8QiCEy7o7ODJ2k9WPt3J+n6Vj9dnLSCNPqUI6yZa0fR9H0XEsyB3xy7fxfj1P0GB61b17xZaWMAS3dYGI67AZD6bV7fU/hivM9U8WXEzMLXcoJ/1rnLH6en61kRyPdy4ZnllY5x1Zj/WtYYeUnzVGZzrxj7tNG/rHiK6vpDHbvIiucNhsu/1bv8AQcVlTWl5BEJ5reVI2OA5U7SfTPrV3w6beTVIoDH5IkwoG7PzY/rXqGja9b6DZyW02n6dd2hb98t7GSsg6YxnIxyQR83J7HFd0OXl904ajlzanjaSNN+5VTu/iPt3z7YprKqOsMTPdwq3yLtKR/4n9K1tevNNm1e4utNsY7aBj0UkIBk4HJ+n1xWHe6kHMkVt85zw4GD/APWHT3ptjSOtsrWzhtIbi4Eck0Q3S28kgRHQ9PmBGMegrJ1K6tb7U/M0tDBcK25PJzheeik84HYnn+dYzySXS+ZdMXfjr6+v1PermntbxxOo+STjHH3hQmJotNJJNK9zO7SSOSzse5J5Ndd4EvrPT7kXU04D44Cnkf4H865WCAzI0+fLhB+eRz8oPoPU+wq3a3bLIsOmRO8pz+825c/7o7fXrUzaaCOjufVfgPx1pMdgvnyKrqDiKQgPJ7le4rzX413wvj/aFiHa1JPyA8RN/dOK80g0LXPluoWDS5BXbLlyT6ep/wDr10Oj6lqTztbahZuZGj/eLIDtuF/o3XB749evFTjCMuZM3lX5lY8v1SWdrnzdzbu3tWj4T1a7sbppbWSNXx+8SU/uyvcn2/8ArVu+NvDscUA1bSyZrORiGUfehburD/Oa4l4d3ABX6d69BNSWhzbHXDxFp1hepeWkcl7do+9ZpCdoY9cd259c1zsb3E8srw7YkdizEfKi5PT6e1RQwoozLl8dEB/nXpHwT8HaT4012aHVr4pDaKJBZxfK0oJ9eyjgHvyKShbUbkcfoul32p3f2XR7G51K6I6xws+33CgH8zVjWvDeuaLKF1fTLu0Z+hniZd30z1r7H0bS9M0WxWx0mwt7K3XokSBc+5PUn3NO1xNHk0W5HiAWZ0sJm4N2QsSj1JPC89D1z0qlPyIlFs+KYsoensauFY4IxIJldj0Veo+p6frmuv8AEXh/wvq17dy/D3V21NItzPYSRMk6qOS0eR+9UAE8fMAMkY5riWVlyMVrujG1mdV4X8SSx3MazT+TcrxHOTww/uuOhHufx46bWpeGbPV1e+06MRXEfzTWQOCT/wBMyex9OcV5w2QN2cgdfauh8N+JmtDHDdySeWnCTKfnj/xHt+VJKwxkuoC3ufs72wgCHG08EHP8Xqa1Y1ivFDQruDcALyQfStnVtP0/xREhklgt9QdcwXSnEVz7N6NXGWzap4Z1kwzQOjwthon/AEI/mDT5eYCDxJCltevArFpo8ZIHGe4z7UugX0Ivla+34OBuUDP69/etu5t/tkL6rYQR3CIVEncIX6bh1Azxn1FV9d0SCK2W8Wby5c7trYy+Pb1qLFJm3eS6Rb2f2j7SRuwySMOJR7DNQ2/iObVLT7Ha2bFkIZbuQ/6rHv2/E/hWVpWgyXFwr6ssiJnCRE7Tk9mP8Iz24P0roLGCa4dtNl09bVUfbCkZ6E+w5b61my1YieOxuPtMttbJ9s2gowT9zv8AUKf/AKwz27V55rt1ePfsbyWQXCn+I9/6V2/im0vtFmCtbtE3Qur5DH+n0rEmjtNfQW96whvPuxzY4f0DURVkNsteCPGBS8gtdUm8pdwH2naTtHqwHX6/nXqWrWNp4k0X7Fqcsd1DIMwtCAuQOj567h/nNfPWp2N1pd4be8jZCPuv1BHt6iul8G+Mb3w9uikVrm0Yf6rPQ9ivpSlHqikdPcaVq2gI1hqVr/aej7SscoXcwX0cde/Xtj04rzm9aGyu54bWKeKCZhJbyFuVUZ49CP8ACu7m8TX3iC0a3uPOdpSyizgygxj5SWHLf7vt15rBuNHtdL/eX6CaZc7YEPyrjszf0FZ3bLWhmaDo+qaxMv2fKrn75+VQD29/pXo3hvwwmmxrO0ux1IImkXLK3+wvY/mfpXAx+Mr7TdYivLYR/Z4vl+zhQAAeoPr9a9Y8P69Y+J7IXml7Tcxqd9mcbxxzs9fp/wDqoS7hJstadE8BLQ7ocn5ZHxJNj2JyqfQA/hV6HyIg/lxKHcfPKSWkb3Ln5v1rPjvI5UDqxI6YPUHuCOxoe6UDsfXFDZK1I9XhtL9fs+srnJ/c3qjBQ9g+P51x/i/QZIjKNXP7w/cvlXerDA2iUDqOBhxzzznt2KEXNvLIzolun+smkOI19iT39hzWfrvimy0vTIbVvJmgT7klz99kP8KJ1289/XjFQ3YuJ5Xb3ep+F7x7G8t2vdPmBaSzeYmGQMMeYuPlJx0bkCsPWtLgmkkv9BVjAzHNuTudFAzhh3Az97HOM10U9/DdapJZw2p/seZybeE/61GPUp6fy9ag1HTdS8OyfbbC5MkBIWR42IVgCDskCnpkeuDjjpxCab90220Zk+DfED6TfiT51jbCToeu3PPXr/MV3+t+JNGtIXzcJcMvTb938+/4Zrz28A1S4WeOG2tr08umRGjnP8J+6PocD+VJb6X9pdZLl2UD5VDfMc+iL3P6UOY+S4atfNrLxXMcAghj3BFHHU5PXnHSrukpZpxPFHGwXMcfJGe5OTx9OnsBVzRdKutQukh0m1OAcPt5Y56bpO3f7uPTmuwtvh+ulwtf6pdwRjbnEn3UJ6+5Pscc+tRZyL5kjzbxFKbmTYr52ngHitDwh451TQGW1uPLu9OPySQyruDL6H/H+nFO1a1tZLqVIVLRBiEdhgsPU1z97YmNiVDMPQ9f/r1K0L0aPR73RNN1OEa94LuDb3KjzHszJ8y+6HuP88VreFPiEscb2Or2pW+UFA23DZ9COteSaPql1pMolsp3Cht2ASCrfhyD7iu5j1nwz4mtHk1yC4tNQijLR3NogLOQM4ZeB+IwPYVejMnFrfVH1F4Iaw8afCqCzuwHiltza3CqeUZePwPAI/CvG/EXwZ8cNqP2eNodWtU+WCeS7CKidsox+X6LkU79nDxs+m+MX0O8mdtM1MrGkkn/ACznHCEnp833T77fSvqH7GzHgEVcUpoiV4Ox5t8OPCdl8NfBl5Pe3MTXDIbi+nHCgKDhV9gM/Uk+wHyb4t1SbWNf1DUWGPtdw8pPpuYnA+nSvoz9qjxWNP0mHwhaNuuLorNebWwViB+VfqxGfoB61862GlXV0ThCUzySOB+Nc9drbojpw605n1Mq3gMjqijcxOAB3NZX2G6/595v++D/AIV7t4V8Fw6fax6hqkXkKyhkDfK8i+oz91ff+deX5sP+eMH/AH1WNKau0b1U9Dy7cVlPXrWnp180MqSK21l6H+h9qsa1apIm5oRb3AQEKx+ZuOMgDv6nHWsKKTmu6UUzkjI9S0rVlmswSMxOdrqT0b0z2Poa6HTbnzcqxEkZHEn89w/n6cHHNea+D5Xne6tOSrQFx9V5H9fzrtfCaq0NxdNMVMKK4UDO7nHXtjP864asEjspyujUNkbESRrHvtJCGlt2PCHsVP8ACfQ8g/pWff6W0SfabeTz4Oh3KAV9nH9ehrftbuFtu5sdQmByp9PofSpprCRQktnsBcHEOeCO+M9vY1KqNaMHTOIlsIWBMavFIOqLx+nf6j/69Nh0u6wZcGGIctNMcfXHevR9I0fTyZJvJfz4uts+fkPrjup9ecd/Ws3W/DjXJMwmmmUnd5Lnn6j+9/MUva6jdPQ4gX32dTDpi5B+/O4zu/8Arf55rc0zVL2wjMjztJckZYk42D3Pbj9Kl1/SY9JsraaOWKdpk3fL/wAsmzjBHYjr+Vc/r0xt9AESHDyz7XOOSFUN+pb9B6VslGVkYu61L+q+NL6eMxRybvRm5UfQf1Ncxc3kt3KZLiZ5HPVmOaz9/wDnNODEiuunCMNkc05uW7JJZdpIPWqkV/JDdJKjNG8bBo3U4KsKmkXzUx0YdD6+1UHiO4gg5re90YpWZ6J4W+z6ift0bN9t3GW4Z3ARTnl/ZR1J7daTxPrWn3UUV4Ls3VwxZXiCkKMYww5yc89h+Oa8/tlm5hGPLJBwRnmum07TbF9JN39p3XEbYmiKYKKejA5+YZ4PTGRURi0ypNbtGfK094waZtqjoo4AFXIooRbhVXDjv60SRbX2rgjtgVYSBYDvumKH/nkp+c/X+7+P5GtLGZDDG8jBI1LHrgVdsbffdrbwRfa7gnhFbCD6t6fTj3qpNcMyFEVYou6L39yepot9WNnG8cXDPw7Z7Z7VnUqcq0FY6C60HXnzLNbrKI2KLFG44A67V9PpWCNUktjIkfySA7Sccr6/T0rf8PeJs3UKzSTFZWZWwATjA2gDpngcnv8ArzXi9Fk1u6mjkBBfB2Lhcgdv889a5o1ZSlyyQle9mdN4N8USWt8FluDsJ2Hd8yndxyPTvXW+HPE0moF7YzNK0ZLLsz8xwRgHHQ9xXi0CzbvkwccnFbfh7U5dNuvtJG1f4l65yD/iayq0E3zLcmUFuj1TStRsoppWv5pAdxR4FG/zk7Z54PJ59qi1zwtYalYvd6GzpNt3FCmC/HOP5fgRzXlv9sML0yDcQXLEFuvPTNdx4N8RPCohndMHsW4Ppgf/AKs05TqU7STFJM5O5ikgkMcilWFM0nWNS0TV4tR0y6ktrqE5R0P5j3HtXoOt6PFriPLbRhLk5IAx83rjFedalZzWkzRTIQc454r06dVVI3RLi0fS3w7+MMXiDSZYbxUi1aGIkxgbt4A5dVyCwHUqDuwCRmvKvi9N4uvtUil8Qak17Zyr51kYuLZkP8Ua9PY55HQ15nG01vKskbsjA5V1OCK9a8F/FW2kt7fRvGmg2etWJuEaSZ2KugHBYKON3rjG7oc1pGPKxSbZX+Evw48V+Jr+HUtLV9OtIZAw1CTKgMD/AMs8csR7cDuRXuPj/wCDdvrmkC6s7lF15E/eT+WI0u2HdlXhWPqPxBrutX8VeEvC/h60v7nULa3sJYQ9nHEuTKmBgRoOvUfTvivC/F3xt8Wa1fPB4VthpFkvCyPGsk7+5Jyq/QA/U1UYzm7ozlKEN2eQa7pl9pOozWOoW8kFzCxSSJxgqapIM/dHHpXu/iLQ9e8V/Cu+8ReL7FLXUdLRJLTUJEET3kR+8jL+RU4Gc4HevLPh/ocWueOtL0dpA8NxMDIV67ANzD64BFV1sEXdXOm+FXg3xdr0fmWdmi6Q55nu5PKjJ6ZQnkkY/hB969Zl+ElxqmmCz1jVrBpIhi3uYw5kjHYElfmHt+tdve3GneH9Hkvr2SOy0+0jAJCnbGmQoACjpyBwKwYvi18Ox18Twf8AgPN/8RUSbv7poorqcFB8C/E1paz2dp4j0oxTEbmxKpGOhxtPPX86fonwU8VaNHeT2+paNe30ibbaaWaQeR13MAUwW6YPbnvivSbb4pfDyUfL4qsx/vpIv81q7bfEPwLczxwW/ijTpJZGCookOSScY6VF572KtE8E13RNe8Fpb23iu1Z7eRiPtcDBkmY/wlxnB6nBwePSq3nXN9GWsLryY0BQ3xGJI06lV9Pc9fTFfTfiTS7HV9JuNL1OATWtwhV1PX2IPYjqD2NfIF/YjRfGV3pV/cyT29tcGB4Fc4cqcKWHoeo+tTa+oWsdFd3K65JHp4m81HxH9snyzXBHHQdD33HrXNeK/C11oKCSWdGB7Zwceo9cdD6Vot4zs9Lt7iK22G5b92dq4DdgR+GM5OSawi2ra+5uLqVioJLTStiNB6D3pLmT8h6WHXGsWmpeGzp+qwrLcpKPKnJ+ZUxj8ecf56UbXw3qViA97iC0IDq7ckj1A+lbfhlPDNvrH2G/uPLmZfknmjJUt6Advqa7qeOxltksrwAQBiSzP98nujY+97HC/pSk+XYcVc4TQNX0WzkeGMTRR4xLcKNzg+p9F7cV0mp3dgNLJn8uHR2iyZYxkSZJ/Njg8fnXnnjDRbrw/qL3ljMLmy80rFcxjgn+6w7H2PXtmptB1+2kjaGWKN4yP31jLny5vdP7rUON1cZzniiysoLl7vRrsS2xY4jOQ8f5jkVR0DU7qyvVuLGYw3CkHaDjcR6ehr0zQNBjAk1/T7W5t9LfCpPLEJpICR82xAeQOm8/lmuc8T+A7hS13pBE6j5gqNuJTH3y3AGfQ49qgtM7Xw54xs/ELomosllqfCPKRhJj/tjsf9ofiO9bd9LZ2UUkl3IrtH9+IttRPQu3cHsF614LFdyW8u24Vo7hDtLHgnHZv8afeapqN8BbvMywoxIDvwPz60n3GoHYeK/Hksk2yyYSFOI3ZcJGP9hOg+pya4e5uru8uGluJpJZmOTk5Y/X0ra0TwvqGqxTNDC6RJGW89/lDN2Az1zXTeC/C+lRWf27VD5lx95LYdDzg7j698Vne5potjI8GWaX7razXlvbZ4ZAdrEf7THkj2XNeox6ZoOh2T2+o3QnZI9otY3XgMB8zk/KinjhvzrjviZDa3lpaR2kqQtbKWhiiXaFII3AHAyeRXM2f9pXkcY2O4TJ8ogJHF6luc59yc1MrW0FZt6mneaXYXl/OPDu5sYc27qx577DxnHoefrWNeXSabJHNfkSF2w8efmKj1x0HTjrW5YbYJFMBa7ut3yAJiNW7BU/i/H8q2td+HWs6p4b+338MVtelzIBjBwe8g7E+o6cZHcSouT1NHJLQu/D/wCI2gBY9NuNPi0knhJUOUceuTz9f8ivTJEguIAZEiubZ1/iAdHX+tfJGrWOpaDdvZ6hbOmcEo3f0Kn+o4rt/h58QL/QXSBpjfae33on5aP/AA/lW3Sxk49Ud94v+Hru73nh9TLCxybbd86f7v8AeH6157qWnSWcr293EyzJ1iPH4H0Ne/6RrGmajYxX1scrNGXSOOQbnI6qD0B9QTn2rC1q1sdd067/ALet4dOu45CbSaFR8seOkhJ59ep6npXNK19Dem3bU+eLqCNrkn/Uyfz+vrV3SNMfzVd1JBP3Q3H51c1y3ggv5I45Y50X+NM7SfbPNaXh0KJFUfL74rKc9Lo6oR7m5pOj3MqKy5QKQVCDAGO9fVfg/wAcwP8ADX+29UcPqFmnkTRZ+aaXHy4/3uv/AH16V5B4C0lrqSLchlDdAe9e8weAfDkemKZLcCQoGZjL8obHUVGHnO7aHiIwskz5rvPDGreJvEVxq2oA3d/eSmSR2z5aZ6AewGAB2AFaOoW+leEbQNEsd5qCDPnygeVAf9hemfc59hXc+M9Vt9Iimt7CDZGvymRTy/49hXgXjDUrnUr0+dLhc/KD91ff3rn53UloaqCirlfxL4q1PUruSQ3crbvvOxyx/wAK828+T/nrJ/30a6i/VoJP3kf7rO1ZUOQfr/kH2rkd6/31/I11UIJXM6sr2OenvmUlIRtI43HrVRW9Wye9SGCSSUqoJJY8KMmtHTdKkklCeS00nXy17fU9AP8APFdzaRx2NvwTts7W81Sb5V8swwg/xO3HHsBkmuz8K5tvB+oXchwbqVIIQerAfMxH5AfjXM26W0SRtdtHceWMRwpxCn9W98dfWrx1fUZiq2MByBhZCgwg/wBkdF/nXJLVtnRBWRt2032N0N2uAw4jz8xHr7D3rsPDmrQX0rLHIsF0xIGRhJPofX6157pGm3Fxc7rm7Blc5LFsnPuTXcaTpAhkVbhiFzxKozz79jXFXO2kkzUvLS9t7pZrUPFcRcrH0I/3Pr/d5B7elXba+s9WtjL5flTIfnjPA3ev+xn16A8Hjp2Gnafay6Wkd9i4gYYWdednvnqp9jwfUVyHi7w/dadfLeW8wjnbJhul5jnHdX9D6/r61jGXMVKJja5p39pRT2qlo3ICkng57Bvf0PevO9es54lfT7pSsoYMhPdgMfqAPxFek2Gow6nL5LKLe+h+R4PX2HYj0B47ccYfq+mWOtWP2W7QBznyJkBJXHVTnk49D8w98ZPVCbic8oJo8OeNlcqwwR1B7UqK3UY+ldD4j0mbT7s2l8Nk4/1UoPyyj6/1rn5d0blXBBB5BFejCfMjgnCwjL1/lUkUYlO048zHy/7Xt9aj3ZzijdzWyZk0TIm3ouKnRWAyZPLUgjPTI6HHrSxTrPCVIAuB0bGd4/x/nUMkmxyv327nt/8AXqiGi6Lwxx7LdSh/56t94/T0/D862NBttHCB9Qnd5DglV4A57nvx+XNcm87febn19aY99IWyHPAwOelY1uZq0WHKeh+KvD1rFo0mo6RdiSKKPdMh5K9BkH864XSNPa/uSZJjHEv3iACcDnpkCtnT9Q1WTQ7iKz0+4m+0q0T+VESBj3965iM3VmzxTLLAx7OpU4rmpKdmpMlJo9M07wLa6lZs+k6jMl1FCp2zbW56ZyvRc/iOOO1cnHY3EM8lldqPMhOCj5AGPStDwRrR0/UITJtEcjBZSWzlc885H5Hjiuht7jw7qmtvc3UlyGnk3MyOMZ9BkdKjnlFtMnVM5W3t7dSzSphP7idq1o9M0u/sy0PyyJ1GScj1qfx5oP8AZEcF5p85mtpyQAeGQjBwfqCCKo+GftHm7/LKgjDZ4z1rRTclzJi6XM+Xw7MspEfzDtirdno11ACytx/ERXRatrEGm2yOFBkfoM8YrofBvj63uXgju7OyR0BQyogU7OMnGOTx160pVJcuxDlK17HN+HNdXTpVhvUZ7c9WQ/Oh9V/wrrdQstF8UW5/eRrdYwk/RZD2D/3W9+Rnj3rL+Kun6XBqMN9p8KLHeQ+aVVcKDnnGPw/zxWP4d8TWWj2rwyWMUrhtxaRsk5GAAvTgEn3pwlZKURqTaMXXNDvNEu2iuISRk43D/PNZjwkDzYOU7jup9DXuvhTVdH8T2JTVbeLgEeYUVQrlCcDrxx/npXlniDR5NNvDJEpEbs23upAP64rtw2JVVuL0aMXJ31NzwT8RLrTtEbwzr+nprmgM25LeSTZLbt/fhfnaevGCDz6mu1PxN8JeHkUeCPCLy3QQEX+sMHeNv9mNePxyPpXj6Qq6CSNcc/Mvp/8AWpzMI/lyGPcA8V3bIhxTd7HT+J/FnirxcJLvXNVuLq3hYEoWCxRlumEGB69Bmut/Z5t7GT4mWPkTtcSRwTO58vainaQME8nr6CvKZZXl2+YdxUYX2H0r079mi42fFSxjIwJYJkH12E/0qZfCy4x1R758ZbfzPhd4hXsLNn/75Ib+lfF0w+bqMelfcHxaiLfDXxEoGf8AiXy/ltNfEs8W047VhFm7RGjbRyTj1rpPh0gm8d6DCed+oQLxznMgrnEXHB6eldZ8Jolk+JPh1VGT/aUDH6Bwf6Vq3pczPtLWD5aBvU4r5P8Aj7odynxK1CezUst3FHMw6KvyBSSfqua+mfibq39i+GDqO5FWO4iVi3ozBf615B+1ppzpY+HtWswQJ7cozrx8wwVz+DH8qyg72Rc1a7PG/B+kaW0wmvJY7u5RuYOdq+/q38vrXV6pAFRWgWOXAx5TYKEehHb6jmvNtNummnDRy/Z75D8pHAf/AOv/ADrufDmsW9xMtpqCfZ7sHHJG1z9Txz606ia1JWrM7W9Ms9YVWsdxuFGWtj/rYmHXH95PQ9f51D4a1U2F3HY6+87aeTt8xPvJ7c9B6966TxNoNwXGqaS4W6jGd0RxnHXB7n+dc+t5p3iNDa3CW+n6iFwZ92yKYjs4P3W9+h9qd7xsC3O2uf7Kk0qW0021t5EuFDBTIJPNUHlmb+7j+H15zmvMPF/hCfTbf+1bKN/sjcmJvvxD+8O5Q5GD+B97Wm3134ZvntdQtXe1c/vYGz+Dp/hXo9rcafqmnedBeLdXUqYWWYDyQmOAV6sV5GD0z0OBWOsdjZWPM/CXjXWrN4oUu1E6KscfmDKyoOkRPYfl/KvREvG1bTxPbLBEmf8ASrSDhkfqeMcg+tcP438FWccK32hXW+U8XFkVKsrjq8fqh7A/MOmK5/QfEl9YXUcclxJBcJ8iTjuP7rjuKLdUNo7DxT4KXXQ1zY7ElQhfNIwp7YIrg7bQNUs9bW1ZQt7C4+RiFYEHgrnhu1eq6JrOp6wv2XTbWK3uEQm6k3cbTwSg/iz78DisTxxP4bWJo0u5r7WLUgJcAgq5znB7dM9Oh9ai+oLQt/8ACW2lvZiSS3kl1BGMdyJFKomMDLdxnrgd6499ZuLjz7aJ3QyMz7k4G7ttUDjI4x9Oal03R5NZ1XyWllWK5kBd3JIz2+p5x710174Xj0PU7exmuEs47hFYy43zRLuKneBgqeDwO1CjcfNY5uFILcrNf+cr5AMcLhpTkYJPZOPrXQ6D4f1fxA7W+haa9tp+7mSdvkPX5mbHJx25x2r1jwh8MfCNnBFesw1lmAZZZABEfcIDz+JNd2sMcaLHGiIiDCqowAPQCmoJEOpc8d0/R9W+Htybm60+21bTGY5u4IQJ4B/PHtnHvXZxa1YXlstza3Ec0LLn3x7irvivxdoOkWsqTzLcyAENHHggexPT8OteA67rQa8a70hRZxyuy434UDjP86JTUUJRcmdp8QrXw3rGmyQJCJljVmKgANEfVD2Geq9K8I1HRrjSZluoW3RE/u5lHB9vY+oNd1Y6hcMWhs1EzTAq8jLk88HA7fU1k3X2vTLya3mWOQE4kif5kkHbP58HqKybbZ0xSSsU/CPjW70G5/cqBE/+vhPzI/8AtgHgMOwFP8QeMNX8QSrJM4hQE8R5Gf8A6/vUdxoEN1bPf6Xlo15kgPLxf/FL7/mKveHfCl3qC+YsZWIHGcdT6AdzWU0lqzaF+hjWcM9xKqhWdj0Ar0bwR4ZmuHaV1A8vlmY4VP8AeNb2leFtJ8P26Satv89xlbWDmZx/tH+Ef5xWL4q8brt/s+zigihQ/LbQH92h9Xbq7f5zXLJ83wnVHTc9T8PeJNL0G3/dnzCvytMRjcfRR/Wug/4THULiLfBdNCjL91DwBXzxoEms65qIEMck5HU/djjHueiivVtHtfstoI5JklZR88hyIh9O7foKmGFnLUVXEwjp1Jr9rzWrl4pypXJ/ecKD9exNchqngVLySQQ3ZjZeXidQM/7pJAP8vet/XvEllY7bSxie7v5B+7jU/M3vjoi+5/WsrS/+ErtJ/tmrzWt/YSkmSwjjwtuP7yN3PcjGD3ropYWMdjnqYmTXY8z1yy1Hw/qTQ3HmT6dkI3mwASQrnjcmTkd+pB7EVxO+x/vQf9+n/wDiq+ntX0PT9ZhSO3uFumI/dyyKAwB/gcd0PbGa+f8A/hH5P+fOD8//AK1aKFm9BKpzJamBa6VKIBJeOtpEVDCKPAdge5/uj3Y/QGnrcKY/s9nEqxg9MfuwfU95G/yBVS+vbe3gQTklgg2ocFjx6dF+vXvWZJealcEx24eHbkHaSCvqC3X8P0quRtgpWNS9u47Inzp41kPXcoeUj2Tov481Db319fBzZ2N7eLEuXLuxCj1O3GPzqo/h+4WwgvbeWK4MoO5B95fzqfRtck028txb4ikSMxyjbgNyTk+pwSKtU0tyXUb2FbU5LeQrJp6QP1wskgP6sa29E8ZXdmyiC6lhHdJfmQ/Ugf0rUu9Dt9ctn1ZVik8mBHkSEFc7ieW7jp9MmuM1XS/LlkfTxJNbxqpc9dhI5Ge9ZypQmVCtKJ7r4L+JVnIyxTMNPusffGGik9mXpg+1dFf+IJJ4Z/sVrHMhG6405nyHA/jib26jHOOORmvlq2uWhO3llJ6Z6fSuu8P+KJoBHDcXLlAR5UuTlCPXHPHr1HuOK5JYNRd4nZDFX0Z2mtW8U8Y1LS7osikASkYe3b+5KPT0bp/Kr+jeIJbxza3AFvqiYDB8bbgdg3bd6NWdBPNfXK3Vm62uqFcgAAx3i+mOhz3HQ/XikfTYdcUpZxm1vYhu8jdyh77CeSn+z27d6zfu7m3xampqpg1W2ez1BOmdvdosdwT1A7g8jv2NcNrmkvav9nu+D/yymA4I/qPbqK6WzubiWQ2epMYr6LGyYr98Dpn1+vccVotbw3sD2V9ECcDPzdB2IPp6N26HjFaU6nJ6GNSlz+p5U8bxOUk4YUAZHFdJr2g3FhKI59zRHmKbH6GsU27ISrKc12KqjjdJlTBznvU5YToSwxKo59/f/H8/WlMPt0qTT9Pmvr5YYGVGHzF2OFQDqSa0VVGcqbRj3cuDtyM+1JZuvO9unQV0914Rinhka01O3luUbBjX7hPba1cdcJLaztFIpR0JVlI5BFLmjPZmaaZ3Nh4mvISkceyKJT8ihNoH+z+dbXik3PiLww6rbm5niulaMRQ5MQIxjcOSD/hXmNvcyMwXeSCehNd1ouuNpUEcdvJkoQxJYkNnr71zVKbg1KO5Mo9jnDb3WnAefDLGSON6kZ+mantrkvMmyR0bOBt7Zr03Wmt/E3gm6mmtjDcRIJoi7c5JGceoxj868qhUQSiUNkocjI4yDVxn7RN21Ji+57TBp9rf6VBZ6hqO+a2bcyrg5JwOcnOBkfmaq6ppraTLJDIqDjIPRWHqK85tNYk+0+c0krSOwLjdwea9C1m8/tiytx9ojUwxbS8jcAc4B9T6f/XrOMXTVpGUk0zzXxRetcXuMnYnTAqnpU0kd0jI7KfY9BXW6x4Dmn0+XUrC+S78vHmxBNrKCM+v865u000wyB5ATg9O9bpxlH3TRSVrHZ3dv4l1uwtHSF5Vjh2RSGVQMDtjPHtXC6hb6lp141vqMMkbnkg/xD1BHB/Cuh03XL2G42x3JSNeiqcDbxx+grr/AB/Y22taJpWqtLEJthVucFvU+p5+v61FOXJaLRnzOL1Od8E+IhYxPbyRyyRupVSXxjIIBA5HU5/Cu18O61cXVn9j+wNePAhUNsL7c5zn8cEH2xjk1wcU2m2lk4ZVeXcqrgEdCMn9MZrZt/GU9rCtvYw29sgIPyDnPQHPr/nrzUuGt4omaurJGj400GaG1j1O3tHhhbhhtxn3x1zXGfeY56163oGtwapYvHeSySrcRkyxxkk+g69Dkdu31rzfXbH7HqUsaD5Nxx9K68LWcrwlujKOmhQSu7+DOoppHjfT9UlISG2nTzm/uo52M30AauISNv8A65rf8PlIdI1zcM77IKD/ALXnR/8A1677XRVz7a17T01TRr7TJjtju7eSBj6B1Kn+dfD/AIq0W90XWbrS7+Fori3kKOpGM+49QRyD3Br6x+BHin/hKPh7aNNL5l9YAWtyScsxUfK5PfK459Qa1/GHg3wr4oKSa9pKXE8Y2pOjtHIB6ZU8j2OcVzq5u7NHw1IjK2Og9K9o/Zb8I3OoeJm8TXNuVsdPBWJmHDzEYwPoCT7HFer2vwd+G0Dln0e6ujnOJ7x8f+O7a7/Tre1s7SKzsLWG1tol2xwwoFRR7AVcndWItZnmX7U2qRWHw2itWb95eX8SqM84XLk/hgfnUHxTmF/4L8Exz25uba40syTp32iOI7h7jOa8c/aN8bf8JZ43NlZS7tK0rdBAVPEkmf3kn4kBR7KD3rrvjzfXlj4L+GEtnO8E0OlBwyNgg+VCKFC1gcua55d468GTaU41CyY3Wmyn5J1H3f8AZb0Yf/qrDt9UMypa6jzswIrj+OMeh/vL+o7eleqeEPEseqRNbSxRG5mGyeyZQIroeqjoG9uOvy+lc7418Cwqk2raAXmsAf3sbf6y2OejDrj3x+ta31szNMf4c8RzaTKmna03mWkn3LgHcQD0Oe6/41tav4V0+7VNS0yNReEBlKycZ67sjv34rzGz1RrNf7Lv41a3LfJIy5aL6e3Ndh4W1678PuF2i6sJDnZnK4/vL/h3rJxfQ0uQ6tfSarqUmi67bEzhdsGqSnDMeT8+SFwST83LdBz0rmrWa/8ADuosu1xGTh4ycZ9wexr2XUprXxBp0ATTRdKWDwXGPlVh6AdMdwah1PwvHe6K8+uwrLfsNqCI7QSO7NjAIGBxx9ay5iyh4dstB8Q6at3BJNczLjzYpXwVOc8gY4981i/ELwrpN9BJfNdQ2WplSxQj/XnPcD7vGfmrK+yah4Lu4NW0+7dYWkKI4AJB9GHQ9+2DiuZ1LV7m+1SeSeUr5shLsWLZOfvHJyfxrKSafus0T0KUV1rmn7tMiWYMQR8pwQp7Fh/CeDjODgZyK0NK0GZreXULqTIQfO/8IOMhfrXR6PJZXkG/WENtGiYiuG4E57KVHOMnqOAPwqu+pvp1jc6bdRgxSESKoOR0IBU9COf0q9xGl4Wu57KGS4t5EjMahkIAJjbsVz0OM89R164pfEV8NU1671IYAuH3sB2JAyPzzWN4OvorqO8tdrRTMRIQzZDDoSvcduMmkikkjnZZRgg7Tno2OB9D71UFbUifY6/wL40m8OXktvcM8tiwJ8sc7W7EelN8VfEvVNSke3tmMUJ/5ZRHHH+03f8AlXHajNZbmdndRgduc+grKuN7qEVWhjbnb/E/19qJvUKcVa5avdQnv5SsjNdSDOEU7Yox7nt+n1pW0p9Q0ia9luHkt7Eq8oiXaihuOPUAgZPvVUeRbRZumWOPqEPOfw/iP1/Skk8QXn2S4sLEm3tbuMR3G4ZaRc9PasJN9DeMe5ZudetYdPjt9LXy2/iwmMD6+v8AnPasu1jur64OPMldjk98/U/1q/oPhy61KaNIo3IYgKAMs30H9eleo6Z4b0jw3bq2sHdOcH7HEcsx/wBs9fw/TvU1JqG5rCN9EZPw98GyTKbqSTYi/fkJwi+oz3ruLTVfDHh2MG1fyl5VrzYGKevlIeuPWuA8Y+P3lVbO1WIRR8Jbw8RJ/vY+8a4Ke81DUrwSSySTzOQFA5PsAB0+grjcJ1XeWx0qUaasjqvH9zqmZHhmD6dcMSt5E5Yzj/abqD/s8Vwy7UPIJA5P0rsI4fEGh2qzT2YmtZh+/tycqR6sOx9x07965/xJaW+oWTXOjEpghnhJ+ZfbHcVqoW0M/aHYeAfH2jiGDT9RiWBVwsckfEBP+0vZvc5z6113ii8nncQKz21m2Nl4MMh/3QOB9Wr5oM7QS7o2MdwGwyFfkb/D6V3HgXxpeaG/2aZhNbuf3tpM+6Fgew/uH9D3rsU00kzjnTd7xPUdEt7fQW/0qIzQzHJvUOXY+rHrXoGkKbpY4bbZPDMPllT7p9d3pXnNje2N3aS6l4am3QKP9L0uUbnQ+w68+vSut+Ec9n9uvxazSIXVS1pIcNARnIx6HI59qcoaXREZ62ZLdNa6DeyWGgWjapqakyPvfEFqD1XHv6V4N9qv/wDn3j/WvcbvzNC1UaXJGscUkjyR3jttWbJz8x7v7H+VeJ/aPY/mKxSb3N0zzBbFUjW5vCTDK+AUcHB/2vSrEs0FhIsbOXgYE7VYBh+NU1uGeyms4FBUvukJHTn17DNV7jS7yF0NyhQMoZT13L2I9R71okxuxaOpXTAWdgZTGXPlKQGYFj04HNU107UJdTayjgkkuwTlF5ORTQHt5FkjO1kIIPcGtq61h57VpPMCTSKFZ0AQsPcj+VFgvqVILzVdP+0QtPLE80flyKw525HA9On866Hwx4kvG0oeHY7a3LM+YpGUKUPUsW/DHOeKwEjfUr7/AES3kyVACjJJPc+1WrrQNQs7U30tuUVGwwz8w+o9KlpDub3inwpsiN1YsjyrGJLiEDDAYGXA7Ak8CuRgZo2PBKnqD3rorDVm1aG102/laKO3A2pDhTJySSTzlq3dW8O2niRI5vDVrL9uSL9/CsZEcu0cspJ6+vryRST6SG9NjG8Nay1oBFKzSWpbqD88Teo/zzXtPh6wtvEkcEitENQ27obhG2CcD37P6/n9fnSGSS2nOVwQdrKR+hrt/BXid9JnUqztaFgZIwfmjP8AeX0PvXLXpX2O2hV7ntWu+Gf7a09vOhMGp2zBVuMbVkbsj/3JPc8N9ea5DTpJUu2sdQRoLqFiOVwyHucHt6r+Ndzb67b+I9Ltg9xHHdKh8i56JKPR/fsfTr06Zt7ax6y5tNUQ2erWpxFcYwcjoGPce54Pt1rzeZw92R3qKlqhI9J+2QNb3UCyRsoOwHIPoUPp+o+lcZ4j8G3Vgd3ls9ox+SXb932PpXovhqcx3Q0zU4jHPGc7R0cf3k9/au8urWwbRpxPD9oDJ8rD7jr/AHmHXp6dOvY0RqSRMoK2x8n31i9u5Vl57H1rLlYLA4+bGRkA84//AF16l8RPDrafK0kKs9k5O1upjJ5A/rnoRyK8t1eCa3k5yAwyp7EV20pORxVoK1ivb3ktuRNC2HP8BAIA9efqal1LSdW1y4OoWenXUyMg3OV6kcE5P4VmwmSW7VOCAcnI4NdTYeIrhJYoWlC7TwCTgjOceg/KuiUnF3W557ick9le6fJsuLWW3mzykqFWA7cGp4NQUTorAYB5r0TWrC98SWEK+XCkqsPLl5CFckHrz/jxWXL8L9QOmyX1vqEUkqDeYyhXPGQMnvihYinJe+7MlTXUsaFqel6Xp4nmR7mSXiVNxwVPO30Azj3rqdN03w54utGt7fTUspXGPNjUDY3bHr6c/wBa8b+2zRDyJFwUOCAPSu9+F2qXMF/9ohVmSJS0gL4GO/BPIx2rKrTlFc0XqZTjpczxoUljdTQSDzJYXZSR04OM0XUepKY5Es5ZEjGeIyykA9/xrU17WETUZ7mK4AaQklVH3fYe3atTw14ofUL22tdSkiaFWCHC/wAJPXHAzjFXOpJxUrC1Wovw11RYdViFzNCLWQFZBI2W6c/5/CsfUYJrh5pLeKSRVycqhPHrWn4h0qDSPEElzC/l2/MioRgJjnH1Hp7+lT6J4quLUwqFhkgkJKiV+Rn3yMfyOaVOVryityHrqjg7GCZ7xEO6MOcFm4wO9ejeG9c0sxR2TabDIq/KXkBZsHgluwH4cVh/EmSFru3urZYE8xSsoiORuH/6/wD9dc5psjCXKtjAyB3NbOHtI8wNcyOi+ItnZ2t5DNp8YjhnXcVU7gjDgj2+ma5uFXJWTjaCPxrY1XUJNQSNZG3LGgTA9u9UoIyy4xxXTRg+XUV7I6TwzqE1vI0yvtYjAbAJH0zUmoKs0pkXlew64rOsFKY25z61qWy4+bGc9a2p0VGVzNmetvIWrStoGGn3UfP7yPGPXnP9KupaqxyBkVc8nbENoFddjNs0/gD4wbwj4yjW7kI028xb3gPRQT8smP8AZP6Fq+u7mDPKnIPQivhua02XQkUY5/OvqP8AZ/8AFp1vQl8P6jJm/sYx5LN1lhHA/FeB9Me9YzjbU1pzT0O38lg2Oa4f47eKm8KeBpYbOTZqepBoLfH3kXHzv7YBwD6keleoi2HVuB3r5W+NmpN4j8W3N0rlrWH9zbDsEXuPqcn8adCHOxVpKC9TxeSAEk7TnvXu/wC05bizs/Bem9GttNZSO4wIx/SuO+HXhVtd8a6XYGMtE9wrTDH/ACzU7mJ/AGt/9pLVYdW+Jc0EL5i02BLT23jLNj6FsH/drScfeRlCXutnlkQZSCNwPrnnNdx4Y8Vv5kUd7IsV0BsW6PSVem2UfxDtn881xwjz0oKNjuaiSui4s7Lxf4Ls9cikuNMgW2vFG57X+E+6H0PpXnWnveaNdtbTRF4gxV4n/hPfFdr4Z8QNaFLW/Z2gH+rmHLw/4r7flXSa/odnr6o0hihvmUNDcKf3V0PQn17Z/OspT5dzaMVLYxfD1/Jp0X2rRZ2lW5Q+fAqlhH23nsCP1xTdU8VWdvaOb+W6vLtXUGM48to+c9O47e9crdreaTez20iSwOj7ZIzwQQainH2qA3E5MNuP4yPmc+g9TUSs9SoqxJrWvaj4muFtYYGeFCSiFQN3+0wHAOPwFVlt7GwI3bbu6xnavMaH+tX9A+z31hLBFIsBjPNuoIaRf7xPf3rf8OeH9Ke4zdySNIPu20CbpB/tHPGB3HWoaSKOPvDdySJJdRyZdcpuUgFc9vbIPSrKW4uLF4LhCVVdyknlPcf4dD+RHsMmj6dPYL/aawyz2qMVYKFghBGcZHVif4R05xXLX91oUenmFIECqA0i7dzg+v0z68c1PtF2Hys8nv7fUNKnEmJYWxlJACuQf/rVYsda+0HZeMFmPAk6Bvr712WtltRLCSMCMJn5hxsHc/8A1q4LVNMVGka2O9RyR3A9R7fyqlLUbRqtLtZ3k8tFVQxkft9KxbzWhuaOxUnk5lYcmsqSKaRgrlyo6Amt7w/4euL6RBsO1unHND8wWhQsrO7vrj5RJLK/fqTXf+EfAl1cMZrlBtT7zN9xfx6fj0rq9A8N6ToVqs2rABcA+QPvy/X0FZ3jLxvJcN9mhjSKGMAJbxcKuP73v+v0rknWbfLBHVGlpzTL97run+FbSRNIKm6dSkt6y/N/upnpXmus+Ir3UHdfOZFc/Ng/M/1PX8Kr30l7qdxuZZJn7Ki8KPQAU2Pw7r83+p0XUZB22Wrn+QqoYd7y3CVZbRLGhaJNqsjpC6/uj+9Ucuo/vbepHuK9P8LaLpOlRJ5MXmTOP9c2Cx9QP7teYx+FfG0Msd5Z+Hdejmh5WRLKUH89tdDcX/jBdIRbqxksbr/WSSywNHuweFYHgHrzj0rRwa2M+a56JqX2VbSRrx40hVSzFmACgd89q8n1K1sNQLXuj+bbS5O12XCS++OoB9f0rX8Nxt4olitfEeux20WGKWxAAd15KuxIAIHIzwQKj8c+JfCuk/6D4cQ6jdAbWuGOYVPqvTf9eF/3qza1sNPscDqtjBf3Atb2EWGoH7hIxHN9D0rEvre805BZahbsoUnypAOQPQeo9vy6nN2+vLy9upLm6lMskhy24ZB/DpW3pl9bz2v2PWUFxa4ALNnfD6E9yvv2o1RSOa0rVdQ0u5S6triRGQ/u5UbkewPcexr2f4e/EzRWvrW91mOO1vUXyzdRL8sw/uuB0P6Zry3X/Cl7pqNe6WPtunvzn7y49MjofyNcqJGhuRJZlmVuHib7yn0Pr9a0p1WtglSjI+9riGC8iXMcVxBIobDqGVx1BweK+Yvs0H/PtB/3wK9d/Zo8Vr4m8JnRrpydQ0oCPa5+Zof4D+H3fwHrXmPkn+7SRFrHgaXAguNwAK7/AJ0PIbB7+1dhos1nqllcQyeWsNvtCGVv3rk9Aqj6dBXLarpMtrZJfSXFp+9biFZgZMepUdBVWwupLa4SZSdyn1q9RtJm7rulvaxxzruNtMCY2YYI9qwzbszYTknpXYeGprLUlkbWLlnWZ/K2qmfKGPvAcDgcAcfpWfY2kMWu/Z2kSaMOVVh0PvSUk3bqKzRv/D2+i86PTxAolf5MIvzO39f1r0GPwj4iuLvK6VFJaNHtkSSVN7+jYJ4x6HmrvgnQ9C8F+HJ/Fl9HumePzN2MsiH7qKOxOR+dc5dfGfxA9wZNO06xt7bPypIjOx+rZH6AVCilK4pSlJWRyninwNqGh38rTRzQrnfbKyYJHBJOew6VNoniqfUdZg/tKOF/IIX7Kn7iGVQPm3MCCM+2K9p8NavY/E3wtNa3tuIJgQkyr8xiY9JEJ7d8exHvXzv4u0a+8P6zJG6lXhnZVkA+VmU4JH41UkpoIvozpfiX4at1Vde0mWOS0nfbtxtctjkheu33PXrXCxSSW8gK8H+ddb4J8S6hJeRxfbdtxu/eNImVZO+49gB7GrPinT9M1hXvtFSOJi7fJnaZD/sr6elZq+zNFJxK3hPxHNpsylWZ7ckGSLPQ+o9D6GvbNH1C21y0hn85fMRdsUpHb+6w9P8A0H6EV81RmS3k6FW75H8667wj4im01wysxhJHmR5xj3FcmIw/MtD0MPXs9T36e3jvIVtbzfA0Z/dzgZe3btz3H8x+GNHSvEF1Ex0XV1C3ajcjRnKzKekkZ7+pH1HBFc54f1211Wyi3TouF/dSZwfofQdvY+xqxrUSTWZtLlHVYT5kcyj95asf4gO6+oHbnrivJScHaR6MrSV0N12ZIc7ts9oy42AZXbnGMdcZ/FT68Z808eaXHb2JuLSPztOk+cr1e3b1B7jp+YPeuyh1CSVns73BvVG5sHInGP8AWIe5x1H8Q9DXPaxutMvuDwv1XOQAeMgdx2I9D64r0KK5WcNXVHj8kht7ncwDAjqO4qxbXEZl8xF82Qc7D0x71p+J9HWEtcWiMbRjuZepjP8Ahz1rnAzWshdCGBGM4616LipK6PMeh01/rl0LlJVkKoB8oHGD7e1dr8N/EjrerHdr9rhSJsp52NgPfB6/QdBg15ho1r/aF75U1wYIesjgZwPYetej6HpXhGO3Ecdxc+e4KeYjEfw55PbPpjsa5MRGEY8rRlMqaKvhSTVLme/s47x5JywJ4QKc4I5A4O0849K1PFOnWtnpVvr1gq20NwwjMUagBH6/iMY54zXJ6xo0ug6pFZopu0nUPCynJ9wMenr+nauzk0jxDP4W/ssWqiOXEqxOwV175weOB7/hUyeqaehhJbO55vrF+bmTAVSwPLY9qXStTm0+4iuY+JEYMDjPSuqtNPsYJH07ULKGCUcElDuU4zu45rG17RHsZM53Q5BQg8kHp9K6lKL90pSWxr2mufapXjurh5oJmMrIRwWPU/yFY9xOI9RkMcabN/yqOm3p0qjabYpVYZH64qd2WQg9T61rCkkJpGhrF0k8FvCh+4ORjheBxVa1h2nEa5k7UsNuSA5+UdvU1bQcbQAo9q2hBRViSS2hVT825yevpV6G2y/HTt2FR2wPGefatOKPI+VeOw710RIkNt48HGK07VOnFVoE5/rWtZRbsY61rEzkWrSLIAFa9tZGaDhDn1qOwtumeldNpMIXClTjOa6IxOWczmTpTGX7p/Kup8HRXWm6xbXlo5jnicGNx1B6fkRkfjW5DpiMA/lryK1NO02NXVwuCpz0oaRmqjuev2moxatpDwXDNaSzxFHIOMEjBKn8eK8k1j4N6xJdbbXUtNe17SyyFCF9wAf0P5V6jeW6/wDCONcKAFaDfn8M147rGnyzSSTM2/JJNY0Lq/KzoxE46cyuaMl14Y+FujXUej3kWs+Jp0MZmUZjh+uMgAemSSRzgV4TeRTXVzJcXDtJLIxd2Y5JYnJJ/Ou8vbDDfMmfwrKn09cnC4bPOK6IwSRg6t9EtDkxa47cVHc25VdxHFdDLYSZO1fyFZ8yxxEqzBz/AHVOfxyKynE1hK5jLC5Y4X657Vu+HNd/stTZ3Km8snbLoThYz6oeoP6exrKu22j5m47Bf88Vn3MxfCgKAoA+UYz/APXrmmrqx0w0dz1uS003W9PW6UW1woXbBdyJkp/0zkH8m7fTp5V4x03U7O9aPUEYbTgYXCgew7VZ8OeILrR7ktE2+F+JYm+649K9Hgn0bxJpAt7pGlsiNqOvMtqfT/dz26elYfBvsbr3tjw2NmhkWWNyrg8DFdr4a8RweXDC1r5dxGuCIvvTepJPP4c+1UvGPg++0C5G8+daScwXCDKuP6H2rCit5A6spbcvII4IpVJLqaQi3sej3mpahq1uPsYaeQZGxRtiiPuT1PWsLFjopkury5Wa5k/1oHPscf1JqC78QalNpsdu8knmIxJccEjt9T15rj9VjuLics5Y5JOM1iprZGvs2tzT8R+JkmSO307KxrxtPOPTPr+P5Vj2MV3d3SPEX83IAxyc1a0TQLi+nTcCiE8HGSfoP8ivWPD/AIW0vQrRLzVsRq33LdG3Sy/U9h+X9apyjFXZCi5OyRh+HvALajGLifZGQdzyBQqr9T0J+g49a6DUdQ0LwtYtHpKRzXKjD3rj5VPog7n3P/16o+L/ABogjNsqqkScRWcJwq/75H8uv0rzbUdTur5m+0sHj/hjHAT/AHfSskp1XrojW8aXmy3rnii7vpn8qSRdx+aRjl2/Ht+H51b+Gvhqbxf4oh0pXMcWDLcSgZ2RrjJA7nkAe5rmHtyHHlt5iMcKwGPwPoa9z/ZWsFS91+4kT99GkMIPoCWJH/jorrpwjDoc05ym9z2bwrommeHdOSx0Wzjs4QBuKj53Pq7dWNbS+ZjO9/zrxv8Aaa8S6/4a0PR5NB1Kexee5kWRoiAWAUECvBbz4jeOLgbZPFms4PYXbj+RolLUIxbPt794f4mz9aRvNCnLNt7gng18Hv4s8UOdz+JNYJPXN7J/8VXtn7KN5q2ra1rVxqGq393Hb2qqqT3LuoLN1wTjPy0rpg4tFX9qLwbZ6faQeItHtIrYXk3kXsaKAm4glJFXoDwwP4e+fDrTQb+4SBrS3luPtBby2UZ3Y689sd89K+rP2j4/N+Gt6CGJjnhkG3kjEgGR+dfO+i63rejXH2yx2yWTFftdqMgSn++B6/yPbFTLcpPQd4T0PSVvhbatmPU05W1usLFKO2GB+YfiPrXcaj4f0HWESK5ji0e5A2CcOQIzjp82Pl9VP4GsDxPdeGvEFnBNa3sUEzHJhbIeFz/EvH5qOv6jjNUvdUvESxvLue6+zkxpEDuHHfPcehPaoc0i1Bt3TJ7bXP7C1OaztZY5YlkZH2Em3mAJ+Zc8rn8ue3Sreo+FtJ8XRvc+HR5GrIN0lmxwZAOTt965mWBVIMxjkcdI0OVH1Pf6D8xVvTNXurG8S48xwVxtKcFcdMe3t+ormlF7xOqLXU1fhnrup+A/HMOsSxzmS2Pl3ltLkNLCeGGfUcHn0zWh/wAJhoP/AD1k/wC+a2v7S0vxrbLDq6pFqCLiG/iGG4/vjvjv/XrXl39gL/z+x0U6j1TCcE9UY0X9lWaxLKiXIm3NJMR/qz6AGszVvsTSCSzxz95QOPrSWVxMLiS2jWNt4ZcyKCEB6kehrQ03TrD7ckN3cZLjIJGFrrSOd6GIJJIwVV2CsfmAPWujluVuIbaazUqII+QTnFZmu6ZJYNHJ96CTIR8g5x2PvVCGVopNm4lPTPBqWUtT6V1Wzfxd8L47XT2zK0EckS5xvZcfL/P8a8YsrdtOvmW8haO4QlSrxhth7gow5NemfBDWbFSNCjuixZTNCp6qf4lz79cexr1G7s7W6u47mextJbiMYSdoFMgHbDkZ/WlDVGcnyOxyXwb0650eLUNWnt/sy3wURQkYIUZJYjtnPT+lcB8TILia51ia5urdrV7mSSKaR+ASxxGg557ce+a9S+I+rHQfCF1dRvsuZB5VucH7578egyfwr5sttRtbqK7t9Rt7i5uZG3QlG+42cnjn/Jq9iY3buZdzbzW8vzK8bj14rp/Dmv8A2WBUtY2lvpPkIIyGJ/mPbv3q9piR61H5euYt4IowkRUfMMLgEn09q5S2S4stSJhkwqsQGwcOv0+lZyV0bxZ2mqaVb3GmBpEkXU1JaSRyNs2T90KO49c8+lcsxls5zuUoynBBrqtNs/sd3aTancTLpt4pkgut3KkHkZ9c9R7iszxRfaZqEf8AoNq0ckbHEhYnzF9TnvUKSkrFJSi9DR8LeIpdNkWVDugYjzIyeB/9avX9K1aO+0qCSO4zAp/czZ+eFv7jn+RPBHHHb5+0K2up5yIkzGB+9djtRV9WJ4Fb+g69ceHL5/sN7De2ZJV/lYxsD2IIBx/+uuarh1LVHVTxDjoz0/WLVZEFvJujkRi6FB80R6l09vVf/wBdY0l08k32TUEX7XjcpT7twv8Az0TPf1XvyODVzSNXttXtBH5hOfuhDmVCPQ/xY7dyARWdr1urKLa5y8DtvjkiPKv/AM9Ij+W5P/rY56acdDaT5jLvIxGpYcoOqL/COmRnt14+oPY1w+t2Qt386DBt3PIHRT/hXarPJcTi0uGj+3oMxSgfJdL/AInoR3x6jnE1KFlDyCM+SSVkjbnZjt/gf/rV205HHUgc1pzeU7quOcEZHfmtK3upIQz7Bv42jHAHr9fzrNvrZrd8qTsPKN/Sqc010xJMrNWkqfNqYNdzsrXxJcx+XKN8rAbAz9VHXA9uB+Xeuj0fxFqVwxnV2VY33kqfmQE9AeSevfp61wVnu/dBSqtgEljwOK2fD94dPvkv2jjmZMhVLbVYnjJHU/SuWdJW0MpQVjr9VW51rV11LQ9PleSOMGViSRvDZzk9e3BrB8XC/tlit9QSVJyuGDjqoPB9+e4rX0nxjM9+JBILZxlkGSAT3C+mfy+ldd4rgTVfBIvDbiWZZVMGTvcchWUnH+1+PFTTlKNSKkjB3j0PILCzubudI4YndnOFVVJLH0A712Vv8OPGIt/tH/CN6mseM7jbtnH0r3Hw7pvhn4ReCP8AhINXtxNqsuFZ1AMjORnyo8/dA5ye+CT2Fc5Z/tFzyXwEnheEW27BC3jBwPrtxn8K9fQHdnjU9rNbOYZInQqTuDLgg1GvBzzX1Drml+Gfi54Tk1XRwItVhBCySKFlVwP9XLjhgezc/wAxXzLqVrJbXstvMjRyxsUdGGCrA4INUrC1H28ihgpX8BWpBIwA28DtiseBMfX1q/aAr35P61aJZrxNuGWUbs/nWxpoywH8qxbfk1v6UvI4zW0NzCZ0mlw7scZro7CA5AH4msbSlwB1Oa6rTI+Bjg11J6HDN6m3pEK7NpUt6GtcWpUfd/KodCh3EcdvSuy0/ThIijbk1EmkEU2SyO7eA4YuQ7/uvwDH+grhr6z2g/Ka9PksT/ZUVuByjlsfn/jXN6ppn3sjB+lYU5LU6a0XZX7I8zv7FWJO0Vg3toqZbHFeiXmlzMWVIWc/7Kk/yrAvNB1Z2O3T7ps+kJx/KumLORxfY861RWZdv8I6DtXN3sZXI969QvfB2usnyaTck/8AXMg1kXHw98VTghNFufqQBn86mdu5vTb7Hmd0vXg+nSsyZewr0+4+GHjFuF0Sb8WX/GqMvwp8asD/AMSXH+9cRj+bVg0jpUmebhCTWlol9e6ZdiezmaNu47H6iu0i+E3jRz/yC4l+t1F/8VUo+FPjCM/Pp0S+7XEY/rWUkrGsZam/4W1vTdbsTpes2v8Ao03EiLyAf76ehHXHQ+1Y+t/DybTdRZYZBc25+aKZF4dD0Na+ifD3XrVgbifSocdn1CPP5AmvVvDmiSTwQWlxd2shAxiKXdj6Yrhrx921zvoVNbtHiZ8FM1usmwjP6Gm2Hw7kkdp5IVKIfvSnEa+59foK+j7jwrp9unnSK0u3nyyMA++K86+IWtwWKtGq72T7qDhV/KvOXNHdne3GWyOAmbSNBWRLWNZLxTiS6mGEX/dX+X8q4DxL4lknlkW1eTLH553PzN9PQf59qk8UajLeXMkspBJJOAMKPoB0rk52yx613Uqd1dnHVqW0RDNIzNk5JqEtzmntUbV2JWONu4sczwvuQgA9QRkH6ivof9lbyptP12ZIwjF4FYA5HAfp+fvXzkw6V9F/skKVsteRuNxt3A9v3golsNbkf7YEf/FK6Fx/y/Pz/wAAr5mZTX1l+1npk118PrK9ijLLZ36mUj+BWRlyf+BbR+NfK0i/Ss2aRKoXj2r6Q/YzgT7D4mmA5LQLnHtJXzsic47dK+qP2TNFfTvA19qkm9RqVwNisuPljyuQe4ySPwNCBs2vjjZzXngTVLe3jZ5fK8xVBIJ2EN1HTpXx1ieaVtl02xfvbmw6+xHevt241aK4+Ltp4RlVZIZtGmuHUj+IuAB/3yrV8c61FDa63qCJCGZbhlXcOMBjkEU33FEqafY+dKArmNSMM+MsfXAHJ/l71tixWG2a3jjdA+PnBzIcfoR/s1z8cs9vcC8gmkSRDuGw7WT0xjtXW6Rr+nyWcwvrW2PmoIpB08tevmR8ZV+AMj1Ixg1lJGkWc9LpuSNhwemAOJDnovv/ALJ/risqaMhm64B7jBrenkhDyGzaZo3HLScGRf5Dp2yf5VTnijYG4mYQoOhX+L6Z/mam+mpoiDQFmXUIzFMISWA3lsAHt+Oar7r7/n5T/vgUsn78r8hRUOFRRwR/eH+1/Osfev8Az8S/98VFrst6I5y9jW3k3INr9QQc7veohPPcskajL5+U5wRVzy/PKrPOscStxzWxp1tbrIsMPlwzDlXBGHHs1bmJUhs9Rv4vs86lUGGJYEZ69Af51o22iW8luYGgWJv73Vs+xre0/TJpYVumcoke7dJKcBh/s9359AfetgNZ6ErXTNCtzHjy2mj8w7sZA242AcdyT3HQ1jUrwirR1ZpClOW+iOR0JbjwtqxuriXy57bEltjq7cYyOw9c+9fTfgLVLHxd4dg1iwYYfKSx5yYpB1U/09iDXyp4pvZ9Sv5b1vMbdgMzHNXfAnjjXvB1vqVtpTL5eoQ+Wwb/AJZt0Ei/7QBNKi38T6jrQTSSOl/aA8Uw634kh0mxuJUsbB3jaRPuSv0c/gQR79e9cO1jDbxJPp6zLcRuCGZuSPU9sU/RNFvNTkKqHIY8jrXdx6TZ6JYxLqVlI9wVYEM2AePkOevB5/CpqYiMZJXKhQfKYFjDJqnh27vFuIo308AvbMcF/U+meKbqN3obeHLT7Mkw1bz3aZiPlEeBt/P09qwr+8kfULtlPlxzSljGmQrenFXrPRpmEbXm6FpeY7dBunk+ifwj3bA9M03FPUV7Irtcahfxw6ejzyxqx8qFSWwT1wvv7Vbh0/7PIEnU3E+ebeFs4/3mHA/DP4VqmzubVEtlaKwjlX/VK+ZZR33MOT/ujj2p+kX62JawvX8m2mJVblUAZc9v/r1rGmZyq9jn/En9rQ+VBdwrbWxG6GKMYT6+7e5yffpWXbTtE2VGQRhlPRh6V6FfabbOiabuaeFhlULD91/t5PC+/auK1TS5tPuBHJhkYbo5V5V19q15LaGcZ3LOkapNp0olhZmhJwyk9Pau/tNYj1K1PnYmgmH7xOh3f3h6P9PvfWvLo98b7l5B7HvWpptzJbsXhBaM/wCsjPpWNSjzao2p1uXc7HUrVDEYZZCYsiRJ1HzRntIPbsw9vUCn2sct9LJbXMYOpxoGdEPF2g6SRnuwHPuM++a+nX5mgQbxgN+7lIztJ6q49D61rw2InVI0Zrd4HDxuMl7Nz3BHLRE898dR78b93c7YpS1Rzeo6S0aeZtD2kmSHA4X3x6eo7flnmNR0+S0uPLdSQRlT1yPr3r3TSLIatLLbTWyxaxH81zZoRtugB/roT0LEc7RkMDx6Vh+IPB8cVqHC+Zp02WR0U5iOeSo64B6r1GfQ5q4V+XfYidDm2PH4zJC+FP4Gr658r5Xye+D0NaWveH7vTLpobiPPAZXQ5V1PRge4NYrW8sY3Rkhe+K6NJ6o5GnF2Zo2oZTu8zBXpzXofgbxJtk0/T7mdpbY30EkmTlVVHBwfzP615dAjscuSfXmtfTnELKduRnmk6SumZOKk9T6b/ad0W51Lwjp+pWwZ4rCV/NVecLIFAf8AAqB/wKvmWOOWOQKQevYEcV9i/CTxDbeMvAkMlwsc08K/Zb2JwGDEDqVPUMpH6jtWdP8ACHwNLqv2w2N4kecm2S5IiJ/LcB7bq6YsykrGB+ytp+oR6dq+qz+YtpdNHHDu/jZN25vwyBn6+leRfFF4pPiJr7Q4Cf2hKOPUMc/rmvqTxZrNj4L8DXeoQww28FnB5dpAgCrvPCKB9Tn6ZNfGV1PJc3DzyyM8jsWZmOSxJySaqO5LLkDDpj8TWjbc89Kw4S2RzWlaNjHNaxM2b1p94ZrpdITJXqTXK2L8jJ710ulTbWX9a6IHNUO20vC4yPyrq9OkHHTj15rjNOkzghsg9K6HTZskV0I45Kx3Ohzrnkj8q9G8OtE9twV3+nfFeV6HFPcSxxQI7yN0Ciuue6i0spA0wlnUZfY3CH0zWNWHNojShV9m+ZrQ7sVi+KHjjjVgQHwc1Vs9c87TZ5fMIMIBbudp4rkNe14TFlQsfcmsadGSlr0OmvioyhZdSvqOqXEEh8q6mTn+GQisW913UmznUbrH/XZv8az7+9Z2J3Vkz3XfcOvrXU4o4VJsl1XVrxshruY9eS5rmdS1Oby2/wBIbOOpNSavccZyMMMjmuYv7ng5qGbxiQ6lqVwpP75x9DWHcapcbj++kP1c1JqF0pTBxxnBx2rAuZ8nis3M3jTRonVp1z+8f/vo1e0vWLoyhFkkcseBk1i6Xpl1qEqhQVQnhiOv0HevUPD3g+z0G2S+1x/s+9dyRH/XSD6fwiuatVUVqdVGk3LQ2vBsM9xtaTKqBlmJ4X8a9M0nXNM0wD7PMBJjHmMcH8BXkWveMLWzjFtDGsQX7lup6e7n+nX6VzY8USyT+ZJJ836V486c6juj14SjFWZ9MXPxFtFiEcrJtIwxZOH+p7fhXnHxM0032nnWdMJntCcPj70LH+F8foehrzC98QSSpjzDj61oeDviBPod8olYyW7DY6sNysh6qyn7yn07dR76UqLv7xnVqJawOL1sMkjK4IPoawmYq/r7EV734u8G6T4s0aXXvCJ+ZF33VhndJDn+OM/xJ+o/PHi2o6VPaTFZVOM8N2NenCGh506l2ZjIkilo/wAVPb/EVAynPetFIdhDADI7/wBKVrdWICqdx/hq+UhSMsRk9q9W+AniJdB8f6PDNJss9Vgayly3yrIXzG2P94bfYMa83MWB2pJ52T7MVJRoWyrA8g54NJxuUpan3D4t0Gy8SeHL7QdR3C2vItjMpwykEMrD3DAH8K+ZNf8A2efHFreMultp2p25PySpcrGcf7SvjB+hNfRfwt8SDxh4FsNYLK1zt8m7AxxMvDHHvw30IrYuQ6txmsrF8x85eEP2dNYa8im8UapaWtspy8Nq5klYemcbR9cn6V9B29vpvh/QhHEsVlpun25PosUaLkk/gCSe9W7dWPXNeK/tVeMJbLRI/COmNunugJ9Q2uAVhB+VOuSWIzgc4HoadhN3KHwM1efxh8f9W8Syq6x/YZjCjf8ALOPKIg/756+5NeEajH9o1S7mMka+ZM7rk8HLHgnoPxr2z9jVGfxhrczli66eAwYYK5ccfpXh6b1yyoxDEghx8kvtz39vy5qbNsaehVkjUMN2VIPBxgg+4psUMlxMwhUbgM7BwGHcj/CrrxrdASzDyIlGIy3Lkf3ff69v0qIRztGyxoYoAMsScbh9e/8AKlYtSGtciDEfy3MynKDqkZ/r/KqkxaQlrgmR+oQHn3Pt/OrojDRsIcCJekhG3H17k1ZsdPCyW0ksDJp11N9nmuHGQoOASR1wM549KxnobQI7Cwgngj/0xGfYZHZOI0XjAyeWYc59McE1y/lSf8/h/wC+n/wrr7iG18N6x9nbUrW5iEmUe2XfED0OGOGwR6fWub+3Wv8Az9T/AJ//AF6xhe7NpWOF8xYpnjkG5S2eDnFdt4TitoLUXEhtZRGwdGuMERk+i/xfjkH0rk9WtFhf5UIJAbn0NGntNKxVpCsYADHp9K3qwbVrmVOSTud5rniWNnYQ3L3MjpsdxkKR6euAQpA6D26Dkr3UTO3mOxmYYGBwo9Kp3ttNG4DEmMngjoRV7wpawXOqx2t5lbdjyy9Se1YRpRgrmzquZsxaHq2oeG11aGzkFurNGp8vCuQMkKe5A5x1rN06w8wJK6/LnGDwfy616d4rdtD8P6RHLfRygxebZwwShvJj3YJZQeHO0jnnHPpXn19qlzqGqyz29piSVt8ccQ+765Hv1NKKdtBKV3qemeDtQ0HQtKFxKgluv4Y8fqa5bxtq11rd7JqE8iQwn5TM/wAqKMjgY5PGOACfas2xjM67gwvbjHMcZ/cxntvb+I/7K/n1FYOuNdSSvFdO29CVKtxtx2A7VnTwvvc0i54hW5Ublnp1pBbm8j3om3cbuQfOf9xeij3OT6Yrm7h7vT9SN2tw7+YdySg/fHv7+tGi6vJayCznfdbMwzn5sD2rqdaj8PvGun2TzXnmqp3BR+7c/wAXtjOCP5V2Kydjlu9y7bLb+IvDkzKYElhUvHI77WDAc5J6A9KxpLEzSRfbRKxCjzPM+XYcen5c+9Y9r9q0HV/IvYS6q27YW+Vj2bHeut8QXFl4i0/7fHM39pRrnaR/rYx2J9R+g49MXtuQ466bFHStWgiU6TfP5toHxDP/ABL7Z9K6bTNCm8QahH4YtovPkufmt2xgRHGd+ey46/44rkre4sfsqfZbPbKR87SHdj6V7d+ynbfaNc1q9mJkeG2jjRmOSodiSPb7oq07bkyR2nhL4JeB9Js0XUNPbWLraN8tzK6rnvtRCAB9c100Xw48BR/d8IaSP+2bH+ZrK+PHjPV/APhC11nR7eznkkvFgcXKMyhSjHjaw5yteIP+0l46YDbYaCn0tpD/ADkptkpNn0lY+BvBVqxaLwnpKlhg4iIyPQ81sQeD/BjQeWvhy1t27SQsysv0yTge3SvlVf2kPHijmz0Nvc2r/wDxdepfs6fFzxP4/wDG1zour2elRW0Vi9xutonVtysgHJcjHzelZygn0NIznFaM0viV4Ig00wT28zR26vm2u1B32r9cHH8PqO3UdxWJYag2oyT6TqcMEeskbZYtwEWoYHDow4WUjkMOG+p59q8SW6X+mXenuAS0ZK5HRh0r5/1e3haMW10fJK5e2mAJ8nB+ZfUoOvcqQeo6+XiafspabM9fC1Paxs90U9a0G2SzYXQeXTi+EuVjy9lIequv93PUdO49K4DX/C01lctF5SiUDcNhDLKp5DKehBHT16da9a0TVrnU7qSzvAB4gij8twCP+JhDjgqeVMmMEHkOPXvn6lZ2slsseS9swZ4zGvzQkfeKL6D+OLt95eKzp1HT22Lq0lPfc8OubPYplhU7AcMMcof8KZAuDzXf65o7LMSqILnbkhSClyhHDKe+f/rdevIXVoqkyQA7QfmXuhr0qdVTR5c6bgzv/gR4wTwn4xjN5Jt0y+At7v0UZ+WT/gJP5E19cSWYJDIQykZBHII9RXwNC+08mvdvh18av7F+HF7ouptJNqdnFs0mQqWDA8BWPbZ1Geo47DOilYylG5k/tPeLG1HxBH4ZsZg9lppP2gochrkjkH/cHH1LV46g47VpStJe3UkzFprh8mUMfmnHrn+/6Hv/ADqsigCRG3I33TjH4Y9fat4O6OeSaYsK8ir9sKoxFQfXFXIW56/SrTIaNW0bbyeK3dOk+YdR9ax9JtZLiRVzjJ7967Xw74Zu7u5WGGBnY9z2HqfQfWqVaK6kuk2X9F3uVAY464r0bwz4dnmg/tHUJlsNOXrPKMbvZR1Y1Ts4PDng+yFxeLHqmpAfLGR+4jPv3c/p9a5jxD4xvtaujLeXLMBwkfRUHoFHArojVutDmlQ1949Fu/FVnZ2zWGgo0MRGHuGP72T8ew9hWQmqk9X+pzXn6anz96rUeqkH71a03Y56sHLQ9N0HXo7S9V5mLW8gMcwz1RuD/j+FUPE8cmnXz27sGU4aNx0ZTyG/KuEk1bnh8111te/8JF4Ekwd19o5yfVoGP/srfoauT6mUYPZmHe320kA5NYl3fEg5br71Svr1uQx5FY15fDaSWP1rKUjeFNIuXt6CCN3H1rntSvkBI3ZPoKq3t87EqpwtMsNKuNQmUnKocY9T9KxlM6IwKEzS3UuyMFiTwBXUeD/Bsl/J5tzgqOWZuEQepJ/z6etdNpHhXS9Gt1utalKNgMtoP9Y3oW/uiqPi3xdBawC3QiBB/q7aHr9T6fU81x1K72idtOhpeRvSXWi+F4mXTlinvFXLXU33Ix6gf481594h8Y3F7cPJFcSSyHhrhz8x/wB30H61zWraxeak+2RtsecrGvQH+pq5Z+GdSudMmvY5LUPC6q1s0oE+G6Ns67e2Tjk1nGl1kbOolpEoNdsX3FiTnrnrTo7tv71UriGWCRo5o2R0OGVhgqfemBzWljPmZrG8JXG41H9oYnrVAOafG3NCQnJnaeCPF2p+Hr+Ka0upYvLbKlTyvr9Qe46GvYbjTNG+ImmPqOkRQ2+rbN93ZIBibHWSL+q9a+dbckkV1vgzxDe6FfxXNrM6FGDDBwV9xXRBHPUE8QaDPpty8TK21WIzislIMHBX9K+iYn0L4laTuQQWfiHHQ4WK7P8A7K39f08u8ReFbzS7uWOa3eIoxDKwwUPvWltbGfNZXOPNn5i7vb86zb2xbPOa7OG1j8po1wX4Oap3Fl3C1fs2JVTpv2dPFreF/Eg068m26VqLCOcN0ik6LJ/Q+xz2FfUt3bfNwK+M4dPKuJo1IHcY6V9O/BPxM2veF10++k33+ngRsxPMkf8AC34dD9Ae9Y1IW1NadS+ht+IdQtPD+gXmsXzAQ2sZfGcF26Ko9ycD8a+IfEmpXmveJdQ1HUnLX1zMzyDO119AuewGBj0FfSH7Tusyf8S/w7DnywpurjB+8SSqKfphj+IrwS28Oy67qFvp9nbyS3ErhYxGuWyfT2qVBtFudmepfswQy6PpHjTxFIpaO20/CNt27mAdtuPXgfnXjmp6eLd/Jdmu3jG4RhjtjHfIz2r6A8d/Z/ht8IbTwbbur6zqBEt4qMCRnBOfbgKPXBrwe9maSbELebL995NuC5I5z9OR71CVm2O+iM5YWuRLJlJ5AmRvBVVOR0HQ96nuNPjuLNZYQInjYvcxkELFnAySTgA8Yx64OTirdnb2kdm95cXIgi81Q0RjL7jz9z3459B37VX0TW59M1GXdAl1ZXA2tbSklZE6gfQHHoR7HkDjdFJmlD4Ymi0qTVrZ4r+NF3TLEQ3lLkYf3Hqew9BXNahcXN+7xaRaoXlY7Y0bCRknkDJ6E859/Qcd/wCG761QzSR26GwmBWS3B3HLDHlAcnHXn3rjfihp1jofiKWPRdQjniQI4VW3GFmGTFnHO08ZGfzrkm1GVjpp3krozItDt30i5kvLpXvoiGljLhfIHTAU8t7kdMVw/lH++v511NvrjTWEtvIqx3ZlMy3EpLOT02k9DkcHI9OmOea85/8AnjH/AN8LRFFG14i0XztMt5YGBnESvGf7wIHH0NcbKqqvnR7hj5ZUIA2N7e3vXplprVgvhuCzmXJVRwqgsfx7CvO9caP+1mlhT5XGWX1rqqpNJnNQlLWLNXwy2nyO0epN/o6xliCfvHHaqFvqQis3tFVd3mh1cDkfSoV025aMSYEdt1WZ+FI9D6n2FaFhZeTbm5tJFVu07/e/4Cvb69fpXLy30Z03UdR7yO7xrqNybcHpH1c59f7o+v5VsW2nx3mm3NvZ3S2uUO0I2dx7b26n9B7VxN+JY52SX5mzksec+9aeiuby8jBneDGN6p8oOO4NDgohdyF0bUrjR7pra5VygY7oycfNWxqUFxrUcM0P+kXW1leONPuqOnPerfibQ11W2jurORGuEjA24HzADoG/irnNH1i4sFe2LNG+cZ6MCO3tWifXoR8S03My5gy7KVIYHGCOhrc8G61Bp0/k3kCvHu3B8cqf6j2qe60ea9kFxYxtISf3iKdxDe3rWLdWTRsT37jvQ0pIXNbRnZa/cRa3btFBahvLRnMzDDdM5PoB/U+tcxpGoSWMhV42aIkErnGD2ptpqMr+XZXEzi1Y5ZVOOf6/jXodhoekXGmBIIQySj5mzk59zT33E3ynOxs2tXv2pVEtw/MigbYkHbJByf0+te5fsnzM+o+Io3t0gcLB+7RCoGN/rz+deBX9nf8AhvVMRSuqZ+R8cMPcdPwr3j9lfUprzxPrBu3DTz2yNuwACEbGAB/vCpeg+h1f7XcYPwhiOORqcJH/AHy9fIATB6f/AFq+0f2p9Pub/wCEcjW8LyC1vIp5Qq52oAwJ+g3V8cuqg5HNavoRF7kCpnAI/wDrV9CfsQWv/Fca7eY4i0zy/wAXlQ/+y14Evpg19PfsX6bcW+neIdYeHbBO0NvE/wDeZdxcfhuX86Q2evXeqA/EKLRSwzPaySAf7uB/WvDtUvobiW5jZliuY5Sssbt8pcHGN3b6nqODzye5uNSD/tPWFkrf6rR5CR/tMST+ir+dfO2taxPZePtaVZNjNqE/J6H94flPtXPi6LqR06HRg63s5O/U7GaCK6k8uOU2EsMmLZ3JDWkoOfLc/wBwnOD2+ma2dO1mTVriaC6tzFr0Jxe2mdv2vH/LaL+7MBzx9735Bw9NuYdXtvMt4SLuJdssAOWkQDlQT1AHQHJGMg8baS6t11BYYjcCDUIAGsL3pvUdEY/pnseOnTzErKx619TZe1gltAsredauGaOWNcPEw6sB/wChx/iK53WtDlEpkRUF0o3ZXlJ0PRh610/h/VBqJn+0wPDqMJ/4mNsowzMOlxGP7w/iHfr0Jxsvp8M0OyYqsW3zFeNeIif+WqD/AJ5n+Jf4TUQm6bCcFNHit7aqpMsS7f78Z6r9PaqqnHrXoHinw7PBcGQIsc2Rkg/I+ehB9/1rl7iwjVtlxE9rL6lTtP8AhXoQqpo86dJpmTv2kMpOfWrjAaghkiwLgDMqD/lr/tD/AGvX1psthj7s8R/GpNNs5FnDq+8jsoP863hVSOedJy6FWKznOWVSV7NmtjStJup5Y0EbAnplck/QV0ek6O2BcTFbcHqduWP+73/pXQ2YtbFN7KY1bv8Aekf6/wCHT1zWc8UlsVDCvdj/AAn4cKyqZn2HqcN0Hqzf0Fd3NrWmaLp0ipxGq9U4Mjf57dq46TUFtbU3F2RBEOUhzyx9WP8AQfp1rgPEniWXUJyquViHAUen+e1RC83qXPlgtDa8Q+JJ7+7eRm2rngA8Cslb5ieWNYH2rPfNPjmPU9O1enTdkebNXep08F8fWrQvcL1rmIbgg/Nmpxdj1rdTMXA6EXpz1rrPhh4gTSvFlsbo5sbrNtcg9DG/Bz9M5/CvM1usn71b3hZhPepEwyD2pSq2WoRo3asbnxG0240DxLe6bMOYZCFPZlPKt+IINcHcyzzSFYwWPbFfSPjjwtceNPBmka1arv1KzQWl0e8kY+631Gf1PpXMWnw9sdJtlvNT/wBIPUQoNuT7+1ZSrxUFI0jh5czijzbwt4VuL8/aJykcK4LyycIv4njP+cd67N7vSdBt2+w7WnUfPdSDBX3APT6nmqvjfxFb6Zbi3dFXA/d2sfG0e/p/OvJNb1q61Jz5r7YwciNeAP8AE1y+0lV8kdSpxp+pueJfF8k87/Y3LuSczt/7KP6n9K5A+dczE/PJIx69Sa1tK0SW7Qzzv5EAB5I5P0rsfB/hPUfEpax8P6a6RJxJdkjaT/tOenrgA/StYxS2IlJs80luLjSbyJpIuGXPuOeox6YrsvC1/YvqdtdWGpHTb5x5UhjUzefG3BKqT8r9flJ9Oc8n0a9/Z71O4sP3niCzS43bgjo7KPX5vf6V5n448B+K/h7J9slDwQygxpd2shKNkdM9QfY4qibnQ6npOla7ppsdPhv4NatW2JDdMJJ5F7CQgALzwBj5eASQcjzSeNopWRgQQcYI5FdRJ400xzpV1HDfNew25g1EtNt+1L0Hzg5zt4Ptj0rY12y8P+ItEvtV0OaGE6XkMG+TzINyrFuz1lO7t12/TMFWPP1zxU8S8imlNp6VNCORVRJkWLdeRitK2B4qtZxNI4VVJPtW5Z26LjgO3/jo+prpgc82a/hi8n06YXCSbT1Vf71ex6Zr2m+MNOFjrUiW2oKm2K7fofRZD3X0bt3rxqCACYhME9Qc54+tb2mebCyPGSGA4IrospI5m2mzY8SeFb3Sr94poWidTyPb1B9KyjpbyPztA9cV6X4X8RWt7YJpWuxGaBRiKQffh/3T3X/ZP4U/WvDS2ZW4tjHcWUv+rnQcE+h9D7VSfRmcnpeJ53ZaOSRtVmB6+mK7v4U6fJY+Ji0EjIWgIyOh5HHvUVvpexwQPc4711vgS32+IIDs2hgwxj2/+tU1FoKnJ8yM/wCJniXQYtYfSda8Kxa0YFXMhnMZBKg4BAJxz61xNz48TR4JE8G+GdM8PGUbWueZ5/wZsAD8DW943s2u/E2pTH5i1w4H0BwP0FcXqWkSYIwBu9Ow9aUKMWkaSryucRr017f3bT3V1cX91cndI7sWLMf1rMeBY5FYttI5BPIT6+prpbzT2hdkjJ9GI+8f8BWXcW+0khY2wM+v6VFSCNac9DBSRpS32iYjcw3B/usOTz6c4qnqxtV8x2QAghfJRflI9f8AZ7Y9fatHUIjvHzKTz8o6D0we9VLeGBZ2W+3iIq33R0YggE/Q4NYNWOhMxkvLi3leWwnl2Y+fnEij8Ov1qw40W8XzPngkCIgkd18sgcsSuM7sZAAPJ54qPWZmCQ28awRCNBhokGWYjkluST+ntWXBbl5cHcB3APBPqP8ACspRUkbRbRW1DTN7+ZZbnBOFBGCeewrD+yXf/PB/yrsy1rZqs0zSyQuMDacFz6f7K9uOa5LzYv8AnnH+ZrnSOlNtFeC4WORflE5YcKMjn39atWNnbz3jTyqtzN1ES/LGg9/X6D86xra6ia4aGNBsOQxbjv7dfx49qs6UskOuwxGYR7nC73PG0+vtTeq1YkrPQfrtxdyXrw34VYukYUfKg9VqDSr5rOUwzYaLoynnI9RXpPxN8H2Oi6dp6zapDcteI0isoGYmGPTsc15bLC8UxtZjskX/AFbg8fn6GpVpJNbDTezOl1nS1v7E31mMmNQXUDAA9Oeprk2Uqc8/Stzw3q0tvKlldSDy87R5h4TPXirXivTYEJurTBQ/exgA+4/wrX4l5mavF+Q7w1PFdXETXF00UNv8wRDtOcdj2qj4vmtL/UpLuyBzwHJ/iP17msu0RmnEaDLP8o+bA5rqtJ0CNArXWJCD90dPxqYxdypSitTE0fVNSsBC0UklsfM+S45+Wu3tfD2j3NuJZb+RZ5kyss3zBmJ+8MdP1pJrG1uLY20yL5ZGABxt9MVkaXOdD1eK11LfLYq3BXuh6gZ6f41Xw7EKXOQeItFFs8y/ZQtwi8qh4P8AtD1Bp/hzV7iNhHLMIHXAZueR7jvWz4hnk1CyL2MPlGAEpIZgXK919/XiuKa2maNp442KxsA744BPTJ98Gq+JXC9tGd/q2rafd2f2YRtdN13uPy+UdPrk1sfC3Vm8K6hpXiWTdFaRar9jvFJ6RvGc9OoHX/gNee2d0UhVIVbOOXYcD8K63Uk+x/CW335El3q3mjI5IWMjP5k0cmjRLlqfbOo2VrqmkXNhcgS2l5A0UgB4ZHXBwfoa+QPGnwQ8baLqcyafpM2rWIY+TcWi7yy543IOVOOoxj0Jr3n9mLxj/wAJR4EXSbyXdqOkKsXzHl4P4D+H3fwHrXpdyrx5xRug2Pi/w78FviFq1ykf/CO3NjGx+aa9Hkog9Tu5P4AmvrT4ceFbXwX4NtNBtpfO8kF55sY8yQ8s2Ow7D2AragDHrXmP7S/jP/hG/BTaNZS7dT1ZWjG0/NHB0dvUZ+6PqfShIGzzTwH4hj8RftaS6lbyiW1lknhgdejRpCVUj6hAfxrx3x3Js8ea/G3Qanc4Pp+9avRf2UbI3XxktJQuRb208pPoNm3+bCvMPF8v2zxVq12vImvZpM/7zk/1q4om5seF9WmtLuJ0k2SqQFYtjv0J/ke3WvUo4LfV7MXEf7mQtlxjHlSnjP8AutjB/wBqvENOVpUZAfnQZX3HpXrnhO5eLTbHUAN8c6GGZSOCQcEH6jBz6gGvNxVPldz1cLV5lZm9JpVxei2u7Q/ZdatiBDODjzCv/LNz646E+w6dOi8NXtvqdmQ0bWssEn+kQKvzWkp4LoO6HoV/+tU1hbxzW4k2mVJAFcHjcByB/vjqD3HFS6loc63Eer6O27UkypDDC3a45Rx2kxxg/eH6+fJHYpdyDULVFja0voQ1ttOCgyYhnkr6pnnb1Fed+IY7vTbs28kfnRdUccq47exr1jT7mz1jSWuIt4eE/wCkQkfPARxuHc46HPUY64OMvUfD7SoYbqPcseSIk/hHXcG6BfmBwemTUxk4hJJnk0FoLts/ZfLyc7lbGfwrp9Ds7W3XcsKlx1Zj0+p/wxWnqlhBp0bpGyZwQRDzjjkZ6n+VZcHnzMojxCnOGJxj6en1H51XtJS0EoKJfnmQyBY8T3B+7kfIvuB3+prL1HWrTSwz+at1ed3PKp9PU/T8+1ZfiHVI7WzmWzcpAG8tpejTN3A9q4GfUHupsZwM4znrXRRpX1OetVtobeteILrUJt0sjbf7tZQlaRvl3HPQd6rRgPIwLggDI9z6VYjkihg8yU7CCGTHU47V6VOCSPOqSbLlsybATksDye30FLPeRxgx5y3YelZ0DXd9MttZQuzMcIiDJr0Dwl4EgtjHea4yTy8MIAQUX/ePRvp0+tdCOaVluZnhjQ9S13EwXybUHaZ5OF+g9T9K3fHXgq78PWsGp2Ur6hpM6jbciPaY3AG5HAztOenPIxW7q2qaZocG+VkgUkABR8zkAADA5JwAPwFY/inx1f2vhq701ZlsFv1CLalg87r3ZwOI1xkY5Y56gZqZVFF2FCEpa9Dhhc4bGa7r4f2twbpJnT02jv8AU+lYHh7w1cLaxatqEMkFo/MTyL80vug9PeuifxDa6XB5aYjGOEB5P1NRVnpZGtKnrc+sPhlqem/8I5b2PmRpPHkvkj5ie/8An0riPjZrumaNaXM+nSC4uym7aANqE/xe9fPlv8Rr+3mGZWMAPCKcFD6j0NdBP4jh8UWmyeVPtm3KP2lHqffsRXE/aRSUlodi5ZNtPU8s1zUpr68luJ3Z3ckkk9TWWt08EyTRhWKMGAYZHHqO9a/irRbmwmkk8p1UH50I+57/AErmmfHXpXXFq2hzNO+p2Nlrd/rl9baVbLm4vZUgLN/eY7Rj65r6U8a67YfB/wCG1nHpdmk9yWFtbK3Ad8Fnlfv2J+pA47fJ/g7VV0vxVpWpFcR2l5DMw7kK4P8ASvq79obwpc+LvAdrdaNG11NYSi5jjjGWmhZcNt9Tja3vgjrV9DOS1PDNV+Mviq5u31W01zULaQMv+jlw9u3HICEbR06Y7+2T7b8NPEll8VPBOqaNr9qglRFhvEjHBDrlJUz0PBI9CtfKNzawpOEMbOyMR5YXGTnnPvX1Z+zN4M1Dw74ZvNS1iBre+1Z0ZYGGGjhQHYWHYks3HoFpITSsfKnizSJPD/iK/wBEuA5uLK4eFj/CSrYz9D1pdBmtku0+0RM0DEB0LkKR74wTzg9R0rZ+K+owaz8SPEF9bMHtpb6QRsOjIp2q34gZ/Guft4GVgoycnjFNq5Sehv6tLYzX7tp8bR2+F2q3c4GSPbOcZ5xTLZAzDdwvqaijiWNVY7ZD3yflH+NXIEZlWeRgIi20PjgH0wOlXBGUmX7eZlXy4EKgnr3b6/4Vu27Rsh27XJALQhsA+5x3HtWNbrGzASLIsTA/vcYDf/Wq/aGRGHlktGDwY22/5NdEUc8mblkqxlSrI5A4IHy5Pb/PfNb1mo2KcYzyKxLBdwBACg9BiuhsE+ROxBrqijkqSNfTAVAYfe7V2nhrU7izBgdVmtphtmgf7rD19j6GuU06L7vpXTaVEDJ6fypyjoYxk76HUpo0MgFxZEyW7dM/eQ+jVseGtNNvq8Llcbdxz+Bpnh6JvNSNG254JB611sEEUR+XGfUVy1KllY7aNDnkpLoeaa1pHnXlwxQhmlZg31Nc5rGi5h8ptsch5Vsjn616/rGlxzW0ksfDAZ+teba/blU6celaUqnMjKvScHqebap4duNxVmjX3LgA/jWNdeHIeftGpWaDnA3k4/IV2eoRsynIyPeuT1W0uHY+VFI4H9xSf5Vo9RQlYyTofhtFAvdcKKOP3NtvP64qpNY/DuMFX1nW5T/s2Ua/qZDUGo2U2QZYmjVv4nUgVyupQGOUqrAg8kg1zVNOp103c6OSL4aL95PEEwz6xJn+dNGqfDaw/wBT4e1CcngmfUlH6LF/WuVivLGC3ltbmMMJiMy7cuoBzhT/AA5PU4zjj1y2WBra+aS1iWGCYAoc5B49Tkj1rnk33OmK7mv4h1HwfqZW3svC93ZTysAssd6XQn/aBTp9CK8z+yf7n6V6BY3Gqalem1gjE/kr85my4IB9Dn8gCfrXJ/YZv+eVr/3yP8Kwe5vBnmRYrOzKcYY/zrQS5aZEDAySAYyST+FUJF/eP9T/ADrQ8NaiNL1BbkxLKF6Bh0NErpaGi1Z3eleE5b/wlPqeoai1lcwsBBBMOJB7elYvi1dNTSNOs4ZFkvYi5kk9Q2OPwI/U1X1vxNqGpuf3hVBwFB4Aqjpul6jrN4lvY2093cyHCxxIWY/gKwpQqN3k/kaznTirJfMzzuc/N98d/WpjI7xCNnbA7Zr0rT/gj8QpYEuG0VYmPRZriNDj3BYEVfX4C+PJQG+x2SMfvKbyP/GutROVzR4+u5TuHAFd54Pv11K3a1kYC6iXIB/5aL3x7j+Vb8/wF8fr00+0c/7N7Ef61yfiTwX4o8IXCNqum3Fk2fkkHKk+zDg/nT5Huhc8XozqNnIB6VW1LTUv7UwOCT1Vh1U1V8Naot6m2ZR5ij5snj61Z1XXbK1Ro438x+mF6U2kZJNM5uxlfTNQNlqSEhGABB4/Ptn9K0Ln7Lc33lxRvPJKw8u0gHAb8KzLmFrr/S7r92v8KA4Y/hWn4e1CbSb/AO3WDrGxXax2jcB/nuKcNCp6j4bdQy5C7s8KBwld38U9MFn4b0LS1XBjgEhHuev865ePTZngOpxsroX3OmfmAz1r0b4u25uoPD+px/NbXOnphlOV3ADK59ea1S1ZjJ6pnGfCHxLfeC/Flrq1tlkU7LiLPEsR4Zf6j0IBr7bsri01fTLfUbGQS21zGJI3HcH+tfEmm6YZpQsSkuBkECvdf2evFz6dM3hfUnY2shL2zcny27j6HrUODWpSqJux7ROLexs5r28lWG3gQySyN0VQMk18V/FrxBP4w8Y3mrMrCEkR26H+CJfuj+ZPuTX2B8T/AA/qvivwXNpXh68tkmkkVnDyFRIgydmR0ycdfSvDtL+AnjS71ALqtpaaVaLzLdS3Mbqq98BWJ/l9aI2sU27mf+zTp8fhvQ/Fvj++UrFYWBghJGA7n5yoPr8qD/gYrwCWLe7M3JJyT619CfHDxToOm+GLb4Y+CZRcafbP5moXiHIuJQegI4bnknpwAOleLCxZj93nvWkY6XMpS6GbosDHU4FRTktgj2716JoFwLXwV9nfHN47Jn0Awf1rF8N6WIpmu8biBsiH95z/AID+laiWc1zfJZ2oBtbVcPIxwgPViT7nNcGMV2kjvwcrJtnc+BfEDWrrbzxedEyjKt3Xrt/PkV6VDFHx5LFxOg2oTw6j+E/3XXsevrxXidldyfaPsejKZpv+WlyRgAdyM/dHua9A8Latb6VCIvtZvJJCPMKNhffb3z715FROO56kHzbGvrejXltqC65pEjjUo/mkAGBdqOoZem8DqP4hU1nqdprmlboYfKeHmW2xmS39SueXTk8dvyNaiXUNxAJPM3RsMo6j09hyCP0+lc/rNjM15/aOnt9m1iE7sKQon9/qfyNYXNl5lG9t2Gy1VIjG27ym2KwlX1UkZJGfunn05rhfF7SWEhjVpQLmIKCTnLrz19GHI/LtXokGo2OsafLM0cdu27ZewMMIJOgYr1TJ43L0PBHOa5TxhZRXGnyabfNMFVsRSPzJA3XBI688+jAkqcnBqnZSXYU1dW6nj+u3Lz2iRrnbBkt9WOc/yH4VzLOwbPFdjqdjdx3MkMkapqdupbb/AA3UfqPXjn3Fc3fWsbR/arcHyicMveNvQ+3oa9qkly6Hk1G7u5H9uCovlghvT0NdJ4e8JahrKrfahIba2flSRl3H+yOw9z+tca7eSwbAJ6gHpXeeDfFqw2xS4leVh91MZOfRRWvMk9TCUW17p3WiaVZaRC0NnGIY8fM5++/+839OntXN+IPGtnpMssGmsly443bv3aH69/oK5Hxh4u1DU7r+zrPc+87Vtrc7sn0Yj7x9hxWp4X8AyuUuvELfP1Fsp5HsSOn0HP0qk3PbYzcIw1nqzKtE8ReL9SaW23ysSA1w/wAqRA+np9BkmvRPBHgrS9Bl+2XscWp355D3C7kiPchTwfq2fbFab3el+H9IDzvb2FpGPlQcZPsOpP615p4w+IVxqQa00sSWtqeNxOJJfy+6P1qrwp+olz1Hpoj1DxL48gtTLaWLJql6yt5iySqkKEA8MzEAnHYHP0NeN2h1DUroRxpLcXDn7qgsT/8AWq54Z8G6jqjR3epM9pa8FQRh2H+yvb6n8M16joltpui25+yxR28ajLyMeT/vMaUU3rIbcY+7E8blkeMkNkMOxq1ousSWNypZ28vcG+Xqp9R/nmrfxJ1LRL/Xzc6KWKuv78hcI0ncr7H6dcnvXK7zmh2kildanu2iarpuvWK2V7sWfaBDPnIX0Huh/T+fm/jLw7d6XdyskJVEb95GDnZ6EHup7GsbQ9WkspFVnfyt2QynlD6ivYvD99a+JLGPT7+WIXyJ/otzj5ZV/ut7e3auNt0H5HYkqy8zxe3YZBIr7J/Zg8XL4n8Df2ZNNvvtHIgbJ5eH/lm2PYAr/wABHrXy/wCNvC82l3Ek0cEiQ7sSR5/1Tf8AxJ7GrvwW8YzeAvHllq+WNi7eRfRgk7oWPzfiOGHutdCmnqjnlTa0Z9tXGh6QdR/tJtF0034IYXX2SPzs+u/G7P41x/xv8WL4N+H99fRzeXf3Sm1s+cMJGH3h/ujJ/AV6dCsN3axXdtIk0EyCSN0OQykZBH4V8WftS+NF8U/EFtKsJA+maNutoyD8sk2f3j/mAv8AwHPetGYKLueXRuCxYnPerULOVO1ecdelVIwIwC/4D1pwkLnmmimjUsrtLWUSCNbiUHILjKAjphe/48e1d94W0C78SXMzaHpl5qHmRD7RcSnyY4WwCQSflwp4ySAcdKp/CPwVb+IZbnWNduDYeHNLXzb647tjkRr/ALR/zzirPxB+JM2tQronh63OkeHbY7IbSH5AwHRnx94nrzWkTCT7HRr4X8PaXD9n1/xzaOEOWtLFWuNrfXhM/Qmpba4+GNqx8qHxBen1Dxwg/hg15LBNJIwJYk+taltuT5mzW6Zi0eu2viLwPEAIfCt7L/121E/+yqK1LbxTofHkeE7OIdjJcyOf5ivKrSXbtWQgORuxnkj19q17O5Cnqa2jqc00eq2fiaEkeVpOmxf9si38ya2bbxA8hG6G1Uf7EKr/AEry2wuuR83610+hGa5uYrWGNpJZCFVAOSarlMr2PWfD180rI8TfP1GK6q31i3wBNkHuQOK80kvYNBtP7PhlWa7b/j4kU5C/7C/1NVBr8g6tms3SUzWGIdI9SvtahaJ4oM5IxuNeX+Kr7LmNTnB5qne69M42oxH0qVrnTta04w306WOor8sU7cRz/wCy/of9rp61UaapkzrOq9Tkr++cZ2buM5x1rltWMlzhj5jc/XNXfFFveadfPb3cTwyA9G6EeoPQj3rmLy6TJEnz+mSdrflQ5PccYGbqcreYYkXLDPHp71g3TF38uMGVjxkHp+Nbt/CZLL7VOBHADt3qu0Oe2B1P8uKrabplxqWVjT7Ja/xsfvuK5akrndSjyo4/VInh/eFg6noynIz6fWq9pqyhfsl3vltzkAZ+ZPp/PH19TXeeINAs7e3IsULjbiRWP+s/wPoa841axEDebCxaMnv95D6N7+/esbG6Z1/h64utHlh1efzVso2Bt7yIgMx6fj6HPIH4Vxn9tH/nif8Av4ajtNamtFa3mRZ7ZjkxuMrn19Qfcc1R+2R/3P8AyNUOKuaxOXkGZG+p5pu0fj7VpXGmyRuMt8r859M1DNbC3yGwxx1FK5Y9Fjkij8vO/OCK+tvgR4Ot/DfheK8kVTqN4geWXHKqeig+lfKHhxRJqlvG3TzB/OvuHw+v/FPW23IxCP5UluTMuNeWoYqbuEMOoMgzSC8tQcm7h/7+Cvi74lXF7b+N9WiFzMB9pY8OR3rnDeXjdbqf/v4aolK6uffI1PTl/wBZqFqv1mX/ABqTVtO07W9Els7yGK8srhMMp5BHqD6+hFfAMcty0yL5shJIH3jX3f8ADWA2/wANNHjOSVtV6/ShPUUlY+QvH/h648KeML7SYWcojHy3/vRnkZ/CufSRIiT95/X/AAr139pS3L+JoLpVwJIQpPuDXkKRBSc81tNXdyIS0J7R7i5n8pF5kI49fTmtoWn2aRSrBjj5lDZx7ZrIiT04rWsflAXPy0o7hJmraNIsARmka3JyEzgFveu58MeJrWPRT4d8QWr3OnF/MhZD+8t29V9vauMtN2wIvKHr9a2NP08u4J5rZQuc8pJHW2c+i6er/wBl/abotnYZQFC5/DNWdAS9sfEdhezI0IFwjEYwdu7n9Kq6ZYZjUbOnIrpLKxkmcPKzM/qTnJrpjSVtTklVd9D2Lx80lt4XuJbeV4nABDo20j8RXz94k1bxFf25tJdUvpoD1jedip+ozXvPxBczeBbELnfdLGT9AuT+uK8cv9Nmkyv8uKxoU9Ls2r1fesjzeewji+8d79doqbStJl1C6Ef+qhXl3xwo/wAa69NAaa5EKrmRzwMdK7fRfC9ppsKT3EZMSkNHb/xyt/eb0FOtNQRVCDqMxbbwikWkLfSobaPZtT5dxhQ+g/ikb/OBXO3ujyNH5Uqiw05W4TOWc+/95v0HtXpOsa4Ft2k1CWEQLnbHnbEp9OOXPsPzryvxN4ntLi5fZM2BwHOMgegHRR9K8q0pNtnqrlWkSlevFbr9nhVoYc8Rg8v7se/+cU60uX+UB8bR8oB4Fc/Lq2nCUlnV8n+OU+vsKt22v6Ugwbe0P/bVxXHWp30sdtGfL1PQ/DniV7WRY52JTI3Dp+I9DXX3cq3ECPC28FSYQvQjuoPp/I141Fq1pKQ8O5PUhxIo+uORXQeHvE8ayrYznapOUbcBg9mU9AfbvXI6bOjnTNfWXura9XWbCVZLwr8ylcpeJ/EjL/z0A4x3/LMF3c2eq6Ot/ZuVtAAjRsdxsyeiN3aAnoeqHAz62Nbuo5N80e1mPMsacb8fxqP4XHcVx9xfz6ZqLa7pX75CpN/ZnpPGfvOo9cfeHrz64UY30KbF1XT01S3FnLIba9tzutJieY2/uMe6nseg4PTJritSt547i4uDbeVdw/LfWpHDL3cD09fQ12eoyQNax6np0pl02T/UuvJgJ/hb29R2PI44qnfwtrFvFNbybdWthiJj0nQf8sz6nGceo49K7MPU5fdZy4ilzLmieX65bCOMXFuS9s5+U90P90+9ZFuZlYqJjGr8O2OQP89q7PU7VBBLeWsRNq523dqfvQk9/pnoe3T68nqtm8GGUlonGUcfxD0+vtXoaNHBax6x8P8ATdFs9Miu9KQSTSr808nMh9R/s/hTvEvjez0vzLWzjF3fAY2g/JGfVj/SvK7PxBqVrpwsYp2igGfmQYcg9s9hVvwvpS65fr9snFpZK3z7T8zewz39zU803psT7OC956kiDW/FWq53yX1yep6RxD8eAPc8V6N4V8I6foyLNMqXl91MjLlUP+yD/M8/StG0j0rRbDybdI7W2Ubjzyf9pj3P1rh/GHjqSYPZaGxihPyyXH8T+y+g960XLD1M7zq7aI6/xJ4u0nRVZJpfPue0MZy2fc9q8y8QeKdU1yUi4k8m3z8sEZ+X8fU1i2Npdahe+XCrSyMcnJ6epJr334KeCfh9crHJfXY1PXR832K7Ty0jP+wuSJfrkj/ZFSrzerLajSVzy3wl4E8XeKEMuj6LPJb9ftEpEUR+jNgN9Bk12cXwG8aNAHa90NXx/q2uZN304jI/WvW/H/xL8O+BFFhcFr3UFUeXp9qQCo7bz0jH159Aa47wD8WPHfjPxZHpuk+GNJjsd+ZZFMheBOcFpCdpP/AOewFaPljoZXnLVbHlvi74eeLPCsYm1fSnS2bgXETCSLPoWXofY4NUfDmtyadKkcjt5YbKsOqH1r7Lb93ajS9YvrC7nmjCTwOUXzcjkeWSTg+nNfG/xF0uHQvG2r6Tb5EFvcssQJyQh5UH3wRWUuWatY2pSktT2rQb608U6alrcNF9t2YhY8rcL3Q+v+favOvGXhd9Lkee3jcwbirqesTf3T7eh7/hXOeEfEMulzhJNzW5PIU/Mp7Mp7EV7DFrVt4isUMnlyXuzDEj5LyLvkf3h3HXjI5rz+WVCVuh6F41o36kXw/+Oer+GPhdqfhOVZJr1I/L0e6J/wBQrcMD/u8svvx0ArxJpsOztl5CSSTzz6+9dn418NiANNZrIbdjxnrG391v6HuPyHFtBJBIn2qGRAy7kyMbhnGfpkY/CuunUurHJOnZkke+Ql2P1JNSQsd42+vU1VeVmbkBF7KOgqW1Y+ag7ZroizCSPY/ivff8I18NPC3gyyzGby2XUb8jq7N90H1HX/vkV5RaysrDnaRwPQj0PtXqXx50m/1nx1pcOk2dxfBtFtPJSCMuSpU4OB9a5SX4feK7JFm1Pw/qdlABlpZLZwoHuccfjWyMNEijZK0g3wrjH393AT8fSta3kWMZ8weglbpn0HvVaW1Vo08ljGYV2AkYVv8AZb/PT6VBExcMWz8nyvG3JjHovt71VyLG9H8wbazKindjByR/fQH9R/ka9q3mfKzL5oXKlfuyj2Pr7f1681aXQif5nAwB5cw52H39a0oZ1aPZuKDcW8vHCt6oewPetoOxjONzqNOZmkRVBZmwFCjk16Lc3kfg7TBZR4OuXKA3Dg820ZH+rH+0e57dK5/w2sPhTw0PGOqIrX05KaPA+OX7zEei9veuIudZlurqS4mmeWWVtzsTnJPU/WtXNPQw9n1O3XV2LfN/PrViLUlb1Ht1ri7S4nk4jC7M8lulX/tqQR4ViznqfT6VXOR7LmZ0lzqCW43SNyf4RxmsXU9a8yM7nZI2zsI7fX2rGub4t95sj3NZF5eANnOUPUZqfaGiopG/beIpUA03UEF5YseEkyfLz3Qjkfh+RrM8UW0OmzSLbzLNFu2yIWDPCR/CdvB/3hx/KsOS6ltSsjFvLJzEynDL7iqdzI0biRZN7EZEgHDD/PUVlOfY2hTNPVHmkuf7SN4Cpx9ngI+UoP4BjgED161f0a8V7dp4JQR3TPKfWudt7hZ7OSBVDq3Lw4+ZcdGT9cjr9RVXy77Tbf7Za3AIYFSVHVT1DCuXltsdO+51s94rKVLZz1PpXK69ZQtHNeQyIuFJlRujD6Vnt4hgjQm4d09VUZJPtXPaxqzak/DeVAP4M8n3J71DkaRgVdRtlZRNb/OpAJAOSM/0/wD1VlbT/drRkns7WNGt7p5Zj1VYyAv1z1qj9pb/AJ5p/wB81PM2bKJJqFzugWLb0Uc1lk7vkfn0NSSsSOuadbQPcHYq4NAti34aiX+27bH/AD0FfcHhaMN4cg/65D+VfGGk2S2l1DMzfMrA19d/CfWIdS8ORIrAsq4NS01IE1JHyv8AGaykt/iDqO5MbpNw9xXF+Uf7tfR/7RHg1pCdbt4SzD7+B2rwGS3mzgRt19K1tczjLoRaPbtJqdvGF3ZkHFfd/htfsngOyVvl2W6/yr5T+C/hG71jxRBLJbP5MRDFiOK+pPHV3Ho3guc7tojhIH5VFtQk9LnjHx6thc+G4dSXkrLjPsa8ITrX0J4pT+2vhJEdyhpNpDE8ZzXl1r8PdQuEEqXtoAT3fFdEU3FGLklJnLW46cfrWpaLz611Vp8MNUb/AJiOnL9Zq2LT4ZXkePM1jTV+ktWoESqI53S4dxUdu9dlodoWZTjirFn4HS2YGTW7D/gLZrqNM0W1giOL+Fz7V0QRy1JsXS7UM6hRwa7zQvD73CI6p19qxPDlvF9rjjLK3IGQa928K6fbR6ejoi5xVVKnIiKVJ1GczrOjPJ4f02Blz5MbDHpzXC3egP8AaCu3qe5wK96e3ikTayDArgPH9qtirPC2zPpWdKpze6a16XL7zOPh0W10S1a5ZYjMRkySsFUfia4DxX4qCPIsLfaJO55Ef+LfoKsa/M80zl3L/U5rita25Pc0Ogt3qKGJduWKsjnPEep3t/KZLiZmOMAHgAegHYVyN+zHPJ/A10d8wy1c3fNkntWMkjqjJsxrgHPc1VdmwetaEyZPyjNINH1WWB7iLT7l40G5mEZIA9axkbRZmLdTQvujkdD7GtfTNYlkxG82yQnIbsT71izqCu5fxHpVfdgj+dYTgmdMJtHr/hbxIbwfYr5zDcx8K7Hjjpn+X0q5qQaOQzxsYF3/ADY/5ZSf/EmvL9JvmkZCG/fxjj/bX0+td9oerLeQoHIdgm1h/wA9Ix/Vf5VwVKNndHdTq3VmQ297NoNzLfRW4fTZWC6jZD7qE/xr6A9Qex4q5eQw2Kx3lncGbSLo7oJ1+9A/XB/wp00LQNuTbNCFOAeRJEeqn1x/L6VmWk3/AAjk7QkG60C/O0xscmNuuPZh2Pes2ub1NovlZoapbzTRvq1mqfbLdM3sIGUnjP8Ay0A7gj7w/H6cnrOm26WJvbPMul3DYZOr2snof6H+Ie4OOrhkk0m8hkguA9scyWdwBnap6hh3XsV7c/jBrMSWbS6vp1up024YRahZA5EDHkDP909Ubt07c9NCr9lnNXpfaieY3Nj5MnzYPGVIPBHrT7O7ayfzI8nIwQD2rd1KxjhKxbi9nON9rPjp7H+ornb2GS3leKRdrDrXTe5ykmrazqWpkRzSsIhj5AePqfWuv8GfCfxZ4n0qTULe3itYPLLW5uSU+0HHAQY6H+8cCqXwim8P23jG2vvE9n5+mo4j8xiDFDK33GkXHK8fTPXNfXwdSFdGVlIBUqcgjtitIU00Y1ari7JHxHN/a3h7U5bC7t5LK6hbbNC64OffP869G8L3Vtpfga68e6paLLKJvsmj27jKzXeM+ZjuqdfcjFe3fELwVoPjTTWh1K1VLxEIt72MYliPbn+Jf9k8fQ80QeENGtzoyLAZYtFthBYQvzHExOXm29DIx6t7DGOSV7PUXtU0eMeA/hNq2uXf9t+M5ri2hmfzmgLf6ROTzlyfuD9fp1r2DxBqGnfD74faldaPFaab9ntpPsiAABpip2dfvNnnnJNYPxI+Juh+E1ks7eRNR1ccfZo2+WM/9NG7fTr9K+cvFniPWvFeom+1q8edhny4gcRxD0Veg/me9JtdAUZS1ex63fQ6Pb6Jcq/hvRLrSZPDQnbXrsGS7udRkt92Y5WbO7zWxtA4wa8deSWZzJNK8sjH5ndizH6k1VhGxdq5x71ctonlZVRSxbgAdSabehaViSPoPSug8K6hdWs33j9lVgWJONh7FT61JB4M1hbNr24tmEKKWaPOJMDr8prMnuCSEVQiL91RwBWc4qSsy4tp3R9G6DFZ+ItCgu7CaynlcGOZJAd07d0YdASOR6nvnFeY+PfA13Zi51KxUtp0RO5XPzwNn/VsPXng9Dj14rkfDfiK80e4JikfyJMCWMHhh6/UV6zY66viC3E8U6yXskeyTd927Xurj+//AD6jmuJxlRfkdiaqrzPD2Uq+18+3tXYfCPwjP4y8aWmjxsY4jmS4kHOyIfeP9B7kVL4o8MqjG7tFYWxbDZ5MJ9G9fY16D+yEYrbxzqdrOAJ3sT5R9g65A/T8q7qU1JXOKrBq56r8R/iZ4V+GENvpNvYtdaiLeNEgiYKyxKu1PMkOSOBxwTXJ+HP2htO1K/SHVtBl0+3Y4M8dz5wTP94FRx9PyrzT9pzQ9UtfipqN7co5ivAktq5+6yBFXAPqCCMV5/pBvH/4lscLP9okUKgTLM3QAfniru2Y8qR9HfHPwbp6aUPGGixRJGSjXccf+qkRsbZQB7kZx659a8NmuIJJspLLHs/1czpg/wC6R3HvX074ts28N/s7XFjqjf6Rb6Ots+45xIwChfwZgPwr5IjuCuzexYDOxe689PpWqkZ2ubVvvnmKBArKNzxg8H3Ht3rsvhpoLa9r2bqXytMs0NzqF1/DDCvU/XsK4HTY7i7lighRmkZgI1UZIJ7Cvc/G2nw+CvAcHge1kWLUdQRLnXLjqVB5WEeuOuPetosxmuhxXxC8WT+KvE8ktqpjsYVFvYW69IoV4UY9e5+tULKFIiGnbc/aNT/M1WtRHGDHZqVXOGZvvN9f8KjuL7yCfIb5/wC/6fSi42kb0+orCvl8CT+6OAv/ANeqTXzMfvVgi5DMqs/7xjxk9ak80K2C28+inj86fMTymq87ScBh7k9KqXNwqR5Uh2DYOeg/Cqks/lKryliP4dpxtPrSR3MaSJcC3S4yctH2b61DmaRgVZrlzIxdmcHsTQs5jiKyjdA3rxg+o9DUFpdQTByy4lGcL71RlmfcZPM55yp/rUuRagWL+V4WR4pCR95JFOM/4Go5/Ekv2coEUTtxIdvyuPXHrVHz8AheY2+8hPQ+orKvY23GRCWQng1NylETVInaTzwdytz67azsN0XOTVy38+SURQqWZj0Fdf4Z8OrcTqsarLcHkjsvrWU5KKuzWKb0OZ0vSBkXN8CE6rH3b61D+5/54J+VdV4rm0/SFPlv9rugdpI+6p9zXFfbpv8AnnH+VZRm5amzikUdjRy7j901Z8wx48vj1xUUtzG0ezv0pkJOeR8tbpGDZoWtw0sy7mOBXrnwP8Xf2Xrq2FxJiKX7uTXjtouJM9K0ILmS1vobmNiGRgetU43RCep9w3UFvqVmUlRZI3HQjORXHSfDvwz9sMhsUznOKt/B/wAQRa94ch3ODKigEV1stqTLuxUK43Zu5S0TT9P0iAR2VtHCo/uivHv2jfGq/Z10O3f5nI8zHpXq/ivUItJ0iaeVtu1STXyD4kv5te8VyXDkt5kuFB9M1cF1JlroeueIg0PwItuxaMfzrw21uLlUKC4lCg8DccV9BfFGFbH4M6fbHhtiAivnyJa0S90jqy/FdXJxmeQ/8CNaNncSZGZGP1NZMSnitC1BVhmqREjp9MmfcPmNdjpF7gDc1cFYSHAUDn2r0vwB4RvdVK3d9utrNeSTwWFdEWclRXOp8INd3V4n2WJnweT2Fey+H/Egso1t5JAxHDDtXk2qeK9L0S3Ol6Iibx8rOO1ZFp4imzneST1rTl51qZqTpvQ+i5vFtusZ2Y3dua828e+JHuHbe/FcO/iWfb98/nSPfxatbmN3AmA6+tTGmoO451JVFZmHquo7mbnvXK6pe5DAc1c1tZreZklBHoexrldRvNpPP15oqS0HShqVtRlODjqax44VuLtImfaWPJPQVfSRLqdIXcIGOM1m+M430yVFtSCh5Djk1xTkd8Inf+G/DunQLDcJGL2WQDy8DIJPtW/qS6lpupLbXkBtpAoK4IIAPTOP5V5l8OvGraZfpDeKxtiecHlM9xXrM08V6qzI6yROMoy9xXIm7tSOmULWtseUfEnwu9u0muaXCBCebmFeQh/vD/ZNedzIGXzIx8p6j0NfSqRqQyttZcEFWHDD0NeQfEXwqdGum1PToy2nzN+8jA/1THt9PSrTvoC0OFjlaJ1dDhl5zXR6RqhRxOp2jcC4HVG/vCueuYsfOhyhHBpLKcwShgRz1HYj3qJxubRlY9m8OXC30AVnVXBzHnoG7j6GrF/p6eRIvkiS2nGyWL0P9COxrhvC+pC1lRWbNvJwOeVP/wBavWdE2ahFuYBgw2ye/oa8ysnCR6VJqcTzeGaTTpDo2oysbOUl7ab+6emcfoR/9ap9O1C4tLyS1mRZMIUkRvuzRHqhx/D3B7Hmur8X+H4GtXhuOEPKyj+E9n/Dv6iuL0+GWa5OkXrC31CA4tpmPGeyk/3T2qlPmV0FrOzJNR0+HT2EMjtLot8S0EvVoHHY/wC0MjPqMH0rnNZ02YubGcA3MY/cOOki9QB9e35V6HoP2aaKfS9YgaO3kbZcLj5reT+GRfpn8iayNa0Wa1lOiaptjkTmyus/IwPTnujdj2/OtqVa71MK1Dl1R5dZX11plxK0ZISVTHNGRkOuehB9wD7EA19IfAbW4r7w3Bb22qPGLTEc1vMDJGfQoTgocdRyM9BzmvCdd0+aeaWOaFo76IkSI3V/f6/zrGsbvU9LnMum3lxayEYLROVOPwrrUuqOOUbqzPo7x34u3XOqXV1r2o6d4e0/UItMVNJiU3d3ctH5jfO33FUDHHJxXA/Ebxz408P32peC4tclmhgkTZfsmy7MTxqwRmHcbgCRzwea4Lw94o8SaH9oFjqAK3EonlE8STDzR0kG8HD8n5hzVS/u7vUr6a+v7iS5upmLyyyHLMT3JrRu6M1CzKSRnJJySTk+9TqvepEQtwoz7Cu18NeCZZfLudSGyEgMEVhyD0yR/n6Uimzn/Dug3mtXawwBY4yTmaTIjH446+3WvTvC/hSx0oKzILu4I4Yjgf4Vq6ZYxwwJb2ylLeMYTkkKPQZrRCiNf3PbkjPX3oIuXLSDcgEkiecPuEj5fofX61578RfCaRmbWNIhKRIf9MtQObcn+JfWM/pnHpXVX2uWenoZLiZEA7k1mwatq3iaXOn2wsbcI0f2yclWdCMFQo+8CCevFZtq9luaRTtd7HkpyDzWv4f1SbTrkMhzGfvpnr7/AFrpvFvgVrPTv7Q0d5rpIRi7hYDzIv8AbwOqH1FcLGdrU2lJWCLadz3HR7+31y2EkTx/bCm1gek47hh6/wA6x7BrnwX4wsPE2mJIYbWcGe3z8yoeHTPcFSQDXC+HNTmsJ1eNiVzkjNetadLBrNglyrCSRRhwepHofWvPcnRl5HfyqrE+j9b0Tw5428NwrqNpDqWn3CLNBICQRkcOjDlTg9vpWF4P+FfgvwpqS6ppOlM16n+qnupTK0XuueAffGfeofgPqca2P/CMzP8AJHmSxLH+Hq0f4dR7Z9K9C8U3NroGh3Wq3JGyBCQvd27KPcmvSp1YyhzHlzpSjLlPmv8Aa58XOyWng2ykJ+YXV6Vbv/Ah/Pd/3zXgukabc3UyokbszkBQq5J+lem6h4V1rxRr13rl4vFzM0kkrngZPT6Dp+FbFlDpPhyJpLXY9wo+ad+i/SsViU2bvDtaG58KPDuj+B4v+Eo8SRxy6jEm6xsydxD9mb6H8vc1wXjjXrnXNenuruZppppC23PUmsvxR4umuZXSCZmJODK3U/T2qt4QX7dHdtGfN1E8RKxxjPeuiNVtHPKko+ol1N5YWOQ4LfcYdFNVpfMkyj8TD/x6tnWfDN1pdks0kgukbmbYeh9RWMXiWJYrhgUP+rmA5X2Nbp6GPKZNy7Z6EEVJbagvlbGBjZTnzQev1pdTiO7DkCT+Fx9165+5kkWUq2VI7elQ5F8p0l/rVvcW0bRQ7LgfLIuPkb3/APrVmNeSOxcEK2MYUYBH0rLilOeTUobaeuKlFk8jkyBlyDSlZJl3KckdcVWLM7ZBwaclz5TAx/fH60mx2I7hjG3JwRU2nq11ciONcluCvY1oWGj3mst58cIEa/eY9BXR6bootIx9hj8yZvlMxHA+lS59ENR6so2mnWenQu8rCPuzH7x9qw7/AF2e1mY2W63TswOCRXd+J/CCyeH1uGuGbUl+ZRnqPSvPnthcwvDdo0MyDjIrNq7940Ul0IYZY79SX8tWPVccN7/WszyY/T9KufYtPtdOa6mv2E6t8ka96zvty+jfnSja7sW1a1zG2/vTj+9/Wtay2vHsOM1noP3rfWrdupDAjORXXFHLNl+OFkbp+NT+Vu9qtWKpPGFON1XIrNs4xW6jc5nUsdj8GPElxouqrAZCI2PTPFfWeizQ39hHdIQ25c18X6VYSxXaTKCNpBr6W+E+qzf2Z5DtnaOM1lUp8updOqmcd+0JqVyqPp0KsN/XHcV5p8K/BV1rWvx3MkLrbxOGZiODivoDxlqfho3P/E3SIyDpuGa4/XPiFpGk6c1r4ftlDkHDBcAVSi7bEOVm7s5v9ojVohbWuhQODswWA7YrxRIce9b+s3F1qmpS3l45kkdiSTVZLXc42Lk1bjYOYpKnIODWzoWlXup3Cw2sLMSfTgV1XhDwFc6kyz3imK39MYJrvrzUfDnguwxEkZnA4Udc1UYdyHK+xB4S8F6ZodqNQ1yVC6jdhugrN8a/EYzodN0RvJth8pZeCfpXn/i/xpqWu3DeZMyQZ+VFOBWBbzHdnOKHPsCpnYWN8zNuZyT3JNbNvf4A+auHt7rbj5qupfkDIamqliJUrnXTakVH3qpnWJYpA8chVgciuckvs/xVGLrvuH41MqhUKSO/kvo9e0lkBVblB09TXmerySRTukmQwJBFXLXVmsdQS4Rjtz8wHcVf8Z21jqFgNVs3Hm4+ZR3oU+dWG4cjv0OCvb6RZwwYgA8YrQt7mPUisc78Y/iPeuevc7z1qtHM8bZDYweCK5JrU7obGnrVpJp1zuj+5nIIrsfhv4xNs39n3rf6M5+U/wB0+o9q5iC6/tG28iUBnA44rIuYZrC53YIGc1M4c6uty4Stoz6Kd2LKyNuQjIYU2S1+3W86tB58WwiWMDO4V594D8YQrYi01CQ7QPkY9vat9vFVxHuOk5AbgtjrWCbv5lSjb0PNvF+hPo943lpI1hKxMbMv3fY+9c3JGyH1Hava7FLnXFuLXUoVmgl5cY+6fUV534v8OXGh3JikBe2c/upQP0PvWyfMStDH0u8EZ8mQ/K36V6P8PvE7WN0LW4cEEYVj0IryeUNE+D+BzWnpt4zKPmw6dDXLXpKSOqhU5WfRF5cRXlttyCjj5T6H0ri9d0g30eYRsu4P9Wc4yB/Cf6VW8J6800Cwytz/AFrrTCzqJ4/vDv6ivLb9mz0l7xjaFKNcsd+3ZrFoux1PWVR2PuK37S0s/EWkjQr/AGxTKD/Z9w//ACyf/nmx/un9K5/VLSSxv49esAVYEeeg7j1x610E0cd7ZpqtlwrgGRV/hb1qZVLNSiUoXXKzgNc024knk0zUIjbavZfLGx6yKOik9/Y1x+oWgk3t5flzKf3qY/UV7n4h0xfFmjpdR4TWrJPlkHWVR2Pqa8y1eza7ja4WPyr6HiVMYzXoUMQpI4KtFxZwbR4PvSxRF3CjjJA5rQvYlGZApB/iX0NZU9xtOF+Wu1SORx1PSPCNlY6W5/eedcOoDHGQPpXdWiqiLJcKqx44Q9K8T0DWzC6jdhuzE13Om+JEliP2qXeAKVOpFN85FWlLRxO2vZGjgDx/6nsewrltS8Ui3uRa2Stc3THAVOakj1TV9es30vT1FtYsf3kxXnHoK1dF0fTdCiP2WEPOR880nLE0veqeSFeNPzZmaR4VkmkXUteYzzk7kg/hX610MdwsDhcKoXovQCq9zq8dsWllmVcf3j1riNd1y81S9NrpSsQ3BcCqbjBcsdwSlP3pPQ7rUfGWl2M0XkFnv0OFEQyMHqrdiD3FeeeMNBvoGfXV042+n3UpKbeVQn+H2q9Z2ml+HYlutYn867+8IwcmsvxL43vNag+wxt5VmDxGOntWbbT13NYJNabGfp/3hzXoXgu7e1nR0Pfn3FedacxLqAua9W+Hmhy38iNIpSMYyTXBibtnfh2ktT2bwJa3F8Y77TVZJImDBl4w1dx4rh1fX4oI9XiSO3gO7y06M3941neBbjT/AA/Y4VgFP3veui1TxTo97YvBDMPMxWcGoxtcid3K9jzTxxNb2ukvHGFjhQdBxmvnXxXrEt5O6A7IVPyqO/1r2T4mtLJaypGxYHNeA64HjkYMD1q8O+aV2OsuWGhmzSncaqm8ubSdZrWZo3XoVNI7kmop+V4r14tHmS3PSvAfjiC9i/s3VsbyMBm6N7VP4n8PLFC99pw82Bj+8hB6D1FeQSFoW8xCQw5GK7vwV40batpeHcAMc96G3HYOVMrHdHmNwZIOnPVapalajAbcGX+GQdvY11F9pcjmXVIcFHbLR9iKz7uxEUYnhw8DD5kPUU1K6JaRxs0UkUmGG2rOnGGSTZO5QY4NaV21o8bpjdF/AT1Brn0hmnm8uMYGfvUXHysvXXmsGhgXe49PStDw5o0bTLJqcnlx56Z5qPS5LfTbnyZW85m6n0qHWZZp7hnhZljHQZqOa5fKbms60sfmafo8hjjThscbhWvoOu3A0aOGcbRH0OOtcT4VtvP1mMXGQhPJNdt4rNpp9ukaYMXfFKMeXYJSu0jX0nxJY3E2LqYMRwFNSa7rmj2thdPHpsU80sZVSVB2571560+kKHktZGMuOPrS2lxPPasJASMdawlGU3Z7GsbR1OevNA1i7s5NTjspTao3zMB0rL2/7Nem+HdZ1a20i5t7jZHp7ArlhXEb7P8Avj8q0jU1aBpmGn+tP1rQtx0qJLZt5O0nNXbaFtw4NejGLPPnJGjpytvG3iuy0G1W5Chhz9K5zSbVnZflNd74eszHtYjFbwicdWaL9vpIVQFXOa9J+HAa3V0Ix8vFZ/h3SmvdiqmfXivS/DHhR4zu2npWlSK5dTKjJ82h5X46sPtmpu5BOK4u+0NcfdOa968WeFZInaZUJ/CuJOkrJMVlwAOtXFLlMZuSmzyeHw5PdTiGCMkk8nHSuz8O+D9O0sC71B1YryS3QV1F4+naRbFkVN+K8x8Ya1eagzRiRki/ug1LNo+bNjxl4/htYWstHUcDbvHT8K8m1TULq9naa5laRyepqe6HJ3VnTHmuabOyFiMkfWgS7elRO+KhaT8axubWLqXJz1qwk+f4qx/NwetPFxt/+tRcXKacty3rikW6GOSPzrJkut3rULTknrUyZUYmvNcKRjNWtG1Ha5tZWzG/TJ6Vz/m8daTexG4cEdKhSs7mnLdWL3iTTWtZzKnMTnII7ViSQnPHJxXVWF2mo2n2W55fGBWNfWsljdbXztz8retN6hHTQp2MstnKJOQR2rqC1rrVm2VVZdvX3rmbghiT6jNV7O8e3c7WIHtUPTVGkddx9xDNZXDLkgetd14H1K1lthC7AFRwSetcfdXNvPb5Yktism3uZIJMxvt+hqHrqXboz2qHXl0ucmPD56gVF4i8SafrOmyWLxpuYZx6GvMIdUunXhiTjkmr1lPaxsJHYmQnnPesne9yuWNtDL1CHy5HibsflqhbyNDKOxrudf06G60tbqFQHAzmuIliP3qvmUkJKx1WhXhUpIp/CvXvB91JdRpHtLg9a8I0Sfy3Ct617j8FtStU1GOK6ZQMjGa8nGQPUw9T3TsDoLc74iI3HIIrDtbeXwzqrW8w3afOeM9FJ7V7tfjS59JzEU3be1eWeJI47yGa1ZQcZ2muC3K7XN4z5+hkXIbSbxLq1bNu5yCO3tWN440qO4Vdc01QJMfvkH8QqfTL5lEmjah1/gY9xRbTPZ3BtZvmhY4BNaQbpyuE486PNta0+K4tvtdqBu/iWuE1O2wxZQfcelezeKdJ/s2c3dupNtLyyjsa4fX9LWTNzbrwRyBXrUayZ51Sn2OABKsMcV0HhaaKW5C3LHaOcZ61m31ptJZQcenpVKKVon4OOa6WuYw2Pb9J1O3jt1jV1jjHYUureJLO3tmSNg8hHArz3Tr5JLGNA53n3rY02PS7NTeajKCQMgGo9pKXu3sL2ShqlcLWx1LW7vzrt2itzzknHFGta5p/h+M2umOstyBguvRTWP4o8ZS3SGz0/wDc244wOp+tckvmTSZYlmPetVHsRq9ZFq9v7q+uGkmlZyx5JPWrukW8k0iqobJPHFLpOl+fIu7gZ5zXt/w58A6fNpv2qVx5hGQc9KmclEpXkzlvCugRW224vSM9VWu0g8TQ2MflxlY0HQCuW+IF1Hot2bWGYNj0NcJ/a0s825mOPrXFKDqbbHXGSgtT2+08ZTXTbfMIQdBmk1PxHLEBJFIQ49DXmGjagqEbnxWlf33nR/uucVCodCnVPQLHxRb6tCbe5YCXGOT1rkfGmirJE8sHP0rhp72eC58xGKlTXW+H/E8d7CLe5Yb+hz3pujKm+ZDVSNRWZ5/cbreVlcEVUeYl/au+8X6JFcRG4t1G7rx3rz6eFoZGVsjFd1OopI4pwsyZo1ljyp59KoTRzW0odSVYGrVpOsVyrdQp5FWNZuI72XciBfat73MbWZteFfE00m2zvJD5WOal1TXbMXDx25YEHAX1rjPJk34jBz6ir1jBDE2+dt0vYH1qGikkaAtpJmM88m1Cc7QeKuzw3R0OS7sYl8mM4ZxUcdi+oW53zGMDouaqS6lc2umtpUb4QnDc9aSBmLYSkX6tM56/MSa0df1G3huk+wyFo8Ddn1rInhkV92DVaU5wT+VU43dxpnUabqS5R1wPXFdMZ4b602yfNx3NeYRTNGQVPTnFdToN81wgXofQUmmGhPJaxwysqDAz0qydWgsrExlRntS3NtJgletc9qFlNNLhsgUpXYRsja0f7Z4mL2rXDpbpyFFZ/wDZC/3zWp4emi0W2JB5Y8ms7+0R61lG6bsavVXJ9FubNSomUZHXIrqrIaXJgqiZrzel3H1NenHEW6Hm1MIpO9z2TT7a1+UoorobCJSyha+e97/3m/Ol8yT/AJ6P+dX9a8jF4D+9+B95/CnS43hjd1H5V7HZWMUUYwo6V+Va3Nwv3biUfRzTvtl3/wA/U/8A38NY1azmzpo4ZU1a5+o3iKygaxdnVelfO/jjNveyeS+BnoDXyCbu6PW6mP8A20NMM0x6zSH6sa1o4l01Zq5hiMF7V3Tt8j6C1WeSQHcxNcnqcgyQa8o8yT/no350m9v7zfnVyxl/skQy+32vw/4J2OoSfMcVlSPyawtx9TRk1zyq36HVHD8q3NKVvWoHOTVSkrNzNFT8ydiwqOSQgUyijmH7MYWP4UhfkVJRSciuQazHZ70qSMvWloqR8petmbcJY2ww5roSkesaWVIHnKPyNchShmHQkU07CcLj2idZGhkU7lOOlSz+HtQ8lbgx4jYcVXyaXc2Mbj+dAcr6Gjo3h2SeUeZ0rM8R6cun3xjRtw7j0NO3N/eP50089eaHYEne9yPT0kmYQwrljWkujX9vKsk0Z29c1R6dOKNzf3j+dQ4l3Z20NrJdWHlCQquMYqlD4c8wsCOlctub+8fzo3v/AHm/Os3TdtGWmuqLerWT6bebecdjW74Z1SSCRHRyGU9q5YknqSfrQDjpxUVKHPGzZrCtyPRH0f4W8WXU8SQySnBHc10lwu+Pzhye9fJodx0dh+NO86b/AJ6v/wB9GuD+zP734f8ABOl4z+6fQPi2yacLdW3E0XII61VsLoahZ7JQBMoxXg/my/8APR/++jQJJP77fnV/2fpbm/D/AIIljbP4fxPoG3uPttpJpl1z2BNcff2E2mXjW8gLQsflNeXeZJn/AFjfnQZJD1dj+NXDBOP2vw/4IpYpP7P4nZ+IdEAT7RCvBHzAVw+o2exiVBAqTe/95vzpK66dNxWrOadRS6FGGeSA5XIxU11qFzdgB2OB2qeiteRXuZ8ztYrW1s8hGAa39H0eSSQblrKpQzf3j+dKSb6ko9Cg0qO2hEjcACkPj260uBrOzY+gOeBXn29v7zfnSVl7C795mqqcq0Rc1TUrzUrtri6kZmY9SafaDoWqhRWqgkrIzcm3c3GZl/1Z/WpdL1p7G5P2gbkPHNc9k+popKFmNyujqL66gvA0iADNYZmktZxIjEEHPFU80VTjcSdj0rwhrsepRfZZz84GOap+MdAO5ri3HXqAK4EEjoSPpTjI/wDfb865lh+WV0zZ1bqzQ2aN45SuMGpbaGRjnpUVGa6bOxgXpr+K2iMcaBpcck1jNNJ5wkZiWByParVFCjYdy1FrMgi27irYqvC8lzKWJz3ptLRyiNM7DEFdBnoaxtTt/LYso+U1NmimlYDIP3ulaGiXZtbxSSQpNTYopgdy+oW0VkZ5DkBeKxrbVrW9kMbRhD2NYGTilFRya3Gi14lu1iAhjYEnkkVm7zVg0U1GwXP/2Q==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5" name="AutoShape 2" descr="data:image/jpg;base64,/9j/4AAQSkZJRgABAQEAYABgAAD/2wBDAAUDBAQEAwUEBAQFBQUGBwwIBwcHBw8LCwkMEQ8SEhEPERETFhwXExQaFRERGCEYGh0dHx8fExciJCIeJBweHx7/2wBDAQUFBQcGBw4ICA4eFBEUHh4eHh4eHh4eHh4eHh4eHh4eHh4eHh4eHh4eHh4eHh4eHh4eHh4eHh4eHh4eHh4eHh7/wAARCAF7Ahk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91S4kheDa+0M+G461SknvI7ptskkke8cD07/AKVp3ShpYgWI5P8AKohIo3nz/kBwNoBJ9aAK6X7yzJGhYYPJIxke9WLWWUuzfPKp6egqjdwtCBcRqFLnhhzwexq3YyzNEtvtEUijncCMj1AoAnmaVUMjNt5GFFMM0zKzqhALqBk4wMgf41HJJJBMPtDK+44TtzSJNJ5LDYrhnwGBznPPSgCyrtJN5fK7R82DUN39shjJt3WV+Soc4zS2sMNtCzDO4DL5bjPeqzyxTSKUUK5J2sxyMd80ATzagkZjDEhzwVx1NV/tV7I7/u2iBxsye3P/ANapIVVZowkP7tSQzt6/XvUsuYruNMblYEBe9ADovtCQRebKWmJ5HQVEXuIrtEaR2GScDoRzgZ/z0p9yjJCZBCiFRndu6fpRCZwAJ4kd3ychuMdhQBNavLIzs/C5xj3p4ZjcspbgKMCq8DMiNtaJQGOUJ+7+NWLdcIH6s3JJGKAHyOqIWboKEZvKDPwcZNQTkrdIzKzLg4AGcHjmmTTTocgKqsfl3dRQA0OXi2LM/mtkA5/WpklkUlWG8LgFhVWKYoAzAAsCqMT+JJ9P/rVZSO3jQSArjruJ6mgCXzo9hbcOOtIjnYZHOFJ4HtVdZGliEnkLy2Mn0JxT/IZPmEmSDkL/AA0ARXM0xI2s6LwCAMnnofarCSN9k3t98DHPrTH8iRBIzsFf344qOEs0gibPLbxnuKAGTRXyAMlzkthfm7e9SWrSLKY5pCWzkAt2q1Iu51JPyr29TVWfcszOoG4Ec+ox0/OgCxMzKmEBLNwPb3qB53hkSOXc3+0B1p0V0JZEVcDruG4en+NLe5+XbnOD064oAe5aVFMMm3nk05kfywFkO4d/WoJLVWUPA5TkMcHhqdHdFiFED7uQRkcYoAJJN0Jbc6Mo5UdazJL25+0xJ+8CtxlcYPf+n61Y1CZnxH5bJIG64JAHbJFZsLL58Z80u0bjzlAJI3ZGAMZ70AXLi4vIiEkl24GeOvPrVqC+kkSSTyCIo1zuJ5Y49Khk6uz/AL0sB8vQr14/CqseoQpK1n80jbd5RMMQM7QPz/lQBpvcmKON9+9m6r9e9VtRub9om+yqq4x84PU+lVo59zQ+XaxgAfMXPI/Cm+ZJPAiTYC52gZzjH0+hNAFx5Zoj5cl0clMlhzg98UW+oC6hWO3l8yQD53A6Y6j61nzRi3jRJJQpIZVLH7x9KtWU0FnFmRAGZDjaRtx/TPFAFszSyKHjlDAuANvGfWnTXkdta289xJsVyqnPckcD86r2ZY+XtRWAckojD5T6frTriGS804RNGVK7WVgwyrLzn8xQAtlPPPJNcyM6wGTaikYwoHX8TReXm2GRYjN5nIQjnJqpp812lzdW91NJIikMpKjOwr1yOvOe1XoRaqvlv8uw/IWBHB5oAxLjUNRhmjVrh1BOCCAevr6Vq2NzcM8m9neFOVfHLcd6ybudn1Fo4YWaPszd+en86u2rPDp8qo5Q5ACsCSBigDUd52dB5qxhkJ4GT2/xqNZpvNZtxZV5AA6ioJrPzLSORi88gIwf9k9eKq2U01sULRyMv+rwOcYJoAvSz3P+uh3MuSBH3qubmaWVIzNJENmWbIqywnjs53VsghmHYj3rHsJwHHkv5so6owyceooAufbJRMY4ZnkQuNpZucYBIqXVdSkigTyI5WmnVkiRSOWx1/CnxwquLibaY26hlwVNY8t7Gvil4rGFbkrEFBXnyz3wfyoA2Lya8jsI9pYyogMxXHXHrVLw9dag85N5JI8RXgsuMGtHgnbvdk6zg9Qe3/6qsNujlwirsfoSeAaAEa4AZvn43qB9OM1aqk82WlhdGYoVOVQ4INL5wklJdmSIDAyCMn1oAsPNGpIJ5HX2ptvI0jO2CFz8ue4qJCq2TyBhhix3E9s8c/SntdQJCSs0bYHy/MOaAFvHkjjDR/ezwD0NOSdGtxMeFxkmshtSuInEt1bYUEAAe/fmo4Lq3mYbWJjLEyKrZCUAa81wA8WG+RudwNQpqEXUFnjLEBx0B9KytREcYgltp38mR9pJ5Axnv9avPAgaQR/KqQEkDoWPcfrQBQtZr+O6bzLyaeN7htq7QNoPRfeta0u5XkmVo+I2wecnBqpcJDbtKN6CUSLIdwyQDxViC4WO5nPkgKcHcDknj26UAXDPk7Yl3n68D61WMl00hj+UHJ6N6Af41NavGM7cs7HLFRxmm3ELrcfaI2+Yrtxn+lAAJLgrGw2ZPBUnvTIXuZCXMioo6jqOfT6cfnUBkkXNx8xPdVX+vSnWtsrxbwWdR/AW6nvQBPLMzxMkMnI4Lj19qltS3zxs5ZkbknryM1BDCwcKpC45IxnBpxhkhZSJchjtY45+tAFyiq6eYs4VVcrnkscirFAEF3gKMqpPYkZxTLeNLcBm+/K3p3xVl1VsbuxyKq3MjtAZQAoTLAk85oAbeWrSJsRiEOSUxxntUIhjmmQ4YSxrjDE4zxVzzsxNs+ZlAzSgxKpkLDBOcn1oAhhWE/uJIctjkuM5pHgWCPzEUB94IC8D06VOkqtNsH90MD6io7u3kkA8tuM5Kk8UAVLm8MULxeWTJk5A5Ap8ssbWSwrGFLjGAOAO5plxamOEPMVDDgup5P4VJaKY42aSMiJwOT1HHcUASyQssKo0h8oDB2jB+tVbiaGNItqKXBPK9eMjNPmkna2uAhAjwPLYnqO9ZytBjbubdv8AlOOxPSgDWsplujuk7fdHY1bdRvVycbc8VigNbOsahiJASpGOCK0LYmSJTNOWJABXGPm70AKkMUk8rbVIPXjrVoLhNuSeMZNRvNHDu3kIAu7PtSyTKI/l5cj5VHU0AQpJtuFRuigjd27cfWkumFwpRCAq4JLd/pUGoLM9qtvHEdzZ+90Jx/jRbzZaNbwCCSNedxADUAAkHnRiK02gfLuYYHP/ANfFWbZIzJ5jr+9xz8uMUTTRPA+GwFIznjuKcGmd/wB0cIe7D+VAEmxDlR2YMQPXrRIkbMN6gnHANMEJVyxmfLfSlMCs4aRmfHQGgCC7WPiSNhlWyV7E9On41XkumW6QPuUgYzjAPPFXbqOPYG2rhSDg8ZqjHbpcyNIs4BzhFYZKigDRHKYlKnP5VXG0wTNGQSx+XLelMjSQXB81Wfaozg/Xt+FTSiB7aTaoBCnjGCOKAJotjxK20DPPTvUNxKqs7Kykoh/OmlnZPLhk3DHB29B9afaRR4ZxGACeMigCMBIkZ47jB6kE8flTEkmjbzpY0yygZB6emas3oQW7Ftq8dTVN0nkkUxZQ7SzlzjPpQBWjRpEWRWLNKfmyMkHrn2qKdY4mcZB2kZOO/Y/nU8CssP2hQzYG3du6D/6xpmo2ka2qRRyOZCvUEdD3P58UAeUeM/HVyt7La6WyCJJSqu3JYgnJ/wB3rSeBfESX2sva6jdN5kyBPPV3AY5OQcH+XoK5LW9AMOpXFjcSTxMse0n7p5PUcegq74W0V5tYjisfNYwushfGQuGByaAPaHsrXyw0GZs5J2yOcL/31VdNPhm8uGO2SdyNz7x90fj70zTrm8NzFDLKQ7E4O0Kfy9K2rW0a3sbmdLhpPMBZeAME9qAMO+0jTYXUtBD5xJPlpjP0pumafa6pcR2cllHHbRHMxK/ebsmf1NL9j+0XZ8ua5boq/LkHtnPtzXS6HZxf2TCDk7iZDx1JJOf1oAz7GJ9H1CfYklxZseNvzPH7e4q7BLeFD5djOMk48yUKBz6VPY2MXlO2WySy59s1QuZ54TJCZXRVwO2fc0AS2yy/2khuJIVPltG0aEsSDzyfbn86t+eWRPnVoycK3ckVkWqqlzHMZygAJJPQ1qMscwWKWUeXIMoyjHNAFtZHkIKrt453VlrqU32yeNNjfOVHHHyj/GpL1L23sLmOO4PmAfuHOCfxqoNKkt4FXLP8gG5TyT3OKAJra6Mh27GgV1Jbae/9KfeajbQPEvnAEN0A6Af0qs9oba2QrKdm4b1PfJ7+2Ki8TRTrarLFHbKZcRZbBYE+nFAE+v6zH5Qt7Ry5cru8sZJBPIHvgGqml3umahO0MjGCeJSWYDaSM9OfSsgTmNY7Zm8owA4AYbvqffGaYtk94yP5rrKf9WyfoTWns3a5h7dc1h1ve6gdVm01ry4lRSRMAoGw9iDjgHqfw6Vvabbw20EBtZMFj8u0Yye4NUkt7e+gVwmFCFl4y24jBP8An0qrc2h03VNM1GKS9ltvninh2l2GRkMBjPaszc6y3xC9wJRiR8MWzw3H6U/UbeS8sPIjfYCoO7vmq2mXFrqGnefZ3RnjLkSHHzKR1UjrkdK0vK3INkjAY4IxQBStZDny5VaJMeg+Yg4PIq1FDB5nmpkn/eyKqGNrcq/nSEgkOpGQQTnNWHURSCQM2xh8xAGB70AZOo3my4n3S+SqsF256j1xVHSS8qiONcFXb7oJ3DJ4z+ArR1uzVphLIvmRyYX8femw2/kurC48vYMcY+n+NAEt5CHl2rCix4wyvzkiqk9uk+nTR+WAsqGMY/hJHBFWHhacsVkZj1ZnOMDv/n2po2gMzeZ5eeSsedp+nWgBkzxXYNn+7FwwDq24rlh3qr5V7HfpGjOrmJt7DkKSCByeD0qqkXmX6SW8ylvmC4IzjdwT+GK3bYNFKY52do5B8xJXAPSgBdNhae9le7jfcqqvzHrxz/OthFRRhQAPaqtrB5TlDM78DaTjpUrtGhw0xB69KAELNFK3yFlboVpsMjPcMZBgIvH4/wD6qkTY4+WUmq8QCrMWdt4fac459P50APvEhaMOV43DJXuKkjkbDll2oPu+pFQeQkcYWSeRsc7Rz+gqRl8xUUM4Dc846UAEUZYGRpHBY5ABxiiESSR5aY9T0Az1pV/1hj3Px3xxTJYpIyTFKcuchcDr/hQBKrEShTKWPptqeq0SNFt3Nlm5b61NmgBt1L5cf+0eBVdlQQMsbYO3lTxmrjBWGGwfrUEsaySrGygqBux60AQiU3US+TkNtB3cjBoKLalW4dyvQ9SfUUoWOIOqTOnPAI4H6VQe9eG4jaYqykA7ifY+goAteSY5EMoJyTyv8qtpKzEqqD5cZBb2rKurgm4WRpmQ9UCHcOfWnW8zm4DyOFDMdjgDBPT8u1AGldwtMY9r42HJX1omZvLZHGzI4Yciq4uAxWZW4ABfnGR7Cr/yunqCKAMa7ileFRb89ztOVx3x6VAjOwSN3XGSSc9+TWrexRQWUjooUxoSo6ZwOlYkNpM93EyzEbRkxso2q2DxkdufXtQBv20UH2ZVXDDaOaaI1t5AwXKt1J5IrPt5mt5zG7R52/IyMcE+hFT2d80wk+0J5eCQFYYPHp60AWLlkWVTIu9XG0cZqGBlEoZoWLg7VwuM+9RvcR+U7yyMgjI8vKkEGprmRIFhnYyHJ6Zz2oAfKs0sy7W8soNwH+P61G25VMuwSPnkHr/u4pyzxrE1zkbnG7noB71WtZmuZvM2uJACM5Xn3AoAsSRK0Ym8tMsVGP7oyKullXqQKrr5q2+x4N2Bz8w5qIoPLjZGDykjOT19j7CgCe7bJSNeJCw2Ht7/AKZogEizupYsuByT3qCScvcJE8kUTISSd3t/9eiSVY5B5cpO77xOP5nigC8wB64NZw1G2iLR8s4YjCjPenv9rlT906qnGTtycd8fhVW9tEjlTbvUFhnbj5uaALdpdpNdyYBUYCjPc9f61JdGLzUDkDGWP09KheNG08vIqoW+bcD096bFHGzoFn8w4J3dQTQBduCVhIX7x4Wlt1ZIEV2BYDkgdTVaZpiT8qAp3z696diRMJKf3ePvKD8x9/SgBZ1+0sFQ/Kh3E9iewpivvLRtw7vg46YFWVVIYyB8q/oKhbZJIkcTgbck4646UAUr+4mtbjywoaJySABz71EQuzzgShHLKeoHtT7lJC7rIzKFJO8gnPoB7VKskcscYZ8k8bdwyOOuaAOP1+CyuNYkjurOC4IKfNIvIB46/QVe06ztrGZ0toIEhKYdEXrk5Ge+McVqyWtnLqM0k6CQCJWUk4Pykj+v6VVmuBCshtysZOQx+8ccdPfrQFyKFHadVS1S3OwZOeMHHGTzU1y7xhYYJtwTmVd+MgnHH5Zq3bSK0MfmNtcj5t3JwPSq6yeerO8LDzW5dQCdg9vxoAox39xB5Yf5JNvAboDx/jWvopuP7CsZ1eVv3IDAEYzwP8apPp0l4lxMrImFO3JIzxwcVvaIsa6LaLH9zyVx+VAEdneboxH5ZUnPJ7cnrWdqUiyyGcZ67ce4HNa0OwbMbcbitVNbaFNqvgfKWBH97t/I0AZChACzBiB8xAOf/wBVNuFnd4ui/J8uf4QO1WY9vlbTKVyOPlJx/nmoLvy1KslxJ8mPkkU89c4oAuPqKyWzQ+XnKEM7cknHp9a07ls28bIxB4Zc9q5/TpGuNRZhIFSIgsQh5/Or91cSSXQtwyBMdd2eaACdpJ7mKKSZVVs5474zn9KualGW0yNxGjSIyPg45IrCVo/tyIuAI2Jx0DEEAgGt3zbW6SNY1yXOXHdRQBiwpFc6gbiOFRAyHr1znkEdqbcxra3AdEEsjn5EU4KnsfpVq6gC6hve3Vo8MAQcYGegIqxZS2yTPDFFbwEoSSxyx+tae0djH2Mb3K1pYSWUIz5ihUCnPIwMc1FeWyXFo25pCRKGBUkMueMDFbrLI9mFMglDqc/L1GKo218sMqRfZwpZtpdsDDVmbCaZp8tvaQTWvlxTBWR1PAdc8Zx3Hr9abpk2qWd0tnfXMdy7Rs/yR42Y6fWmLc3D6htcqoEnKhSccDP061Z1VoTLFLby4mjGA687R7+v0oA1Glj2HqePSo087bGuUKkGsqe6uLWWKdtRaaMZMkRiAyO+O4wKtm+QXUcUau6/fUoucjFAFoRyZWJpMgLzx2pslmofdEAOc4pFuC0kjLHIBnaGKnGB1psN221ld8YbALIQT9PWgCtciWM7fuZ78cdf8azb2SaO6ihb5CzD5eu/v+XGK3I7UyyGa4ldsrtCcDA/xok0+Ey+dwz4xlhz+dAGWbCFUYrt3P8Axhuc4FWD8qrHLgnGGxyamW1zbM0jbjk5UYwecD9BUd1bzM8bJtiC4JVDyRnGDQBO237VAu4gBDk56GrKtCo+UE579c1Ss7e4DMszLnIYEHp7CrjosUfyu/XGM9zQBVvHJUPbq6NySQOoqCH74MzMy7w7EnOTgdqnlJVJVWSWPEeMkA//AK6qWSSYBklDIVw3QM3Hp+X5UAa7qiriMAM3GRVdZh57RoMkLgY7UIscEK7FG5lGGPcn1qvfL9nZJFY/dH3T1Pc0AW4SscJuJG3MfQfpViNTne/XHA9BVC3kldEVAro755OMAc/zq48jbGBjccduaAC6ba8Xu2KdVZmMzwFflCNznqTjp+tWaAEumRQodN2Tge1ULIu0jb/NQAfKwbORmr91bR3CgOWGOhBqG1g+z3OwSEhk6Y9KAEkZlBd5JRGOmAMmo/s8OUyitI7g8jOB/wDqq3dhWj2Mu4nhR70RwqhDJhTjBAHBoAingijYzfd44GOAfXFZ1vC8U/7xAzklyxXIwa0TG0rlDI20H5+evsB2pZFEE0bfOwIK7evPX+hoAjiYONrKqls4Qr0rM1GY2t9AsMjowIQop+U5A6/nWvPsfy5skKO/cZrB1SO4a4iuWTjf97GMjI2+1AFmWVp5Ss4cocHaegH/ANerEMazWXlJlWi4Azg7aossvmjLsUIwTjBFSQt5c3mRsTuQgknqAc45/H86AL2lW8MkLOTvJO0g8gVm30V1ZJH5Uixs0m3djdgE+nr71bt55YXZFYKhIYYAx15FTyTRTMk6pEVZjGGdeff+VAFaa8iVi80e5ThcHkg9Afz/AJ1Lc3cU1vHCPlk3BQWHAI//AFVHNbW0KrIJo9pJ+TdwT7d6zbRbuXUfKa1IjMW5GYY5JyevpQBOiy3M0kca5jV9qkHIYjvW4hjhnCbkT5eR0Gaq2trLbxFGuIoVckjYnOT7nj9Kr3mnqxBjuHkm3c+a3XPegDZV1kUlGyPWqdzbxwr8sjRiQ4dvXP8AKq1tdSQyfZSTvTkqUOMex79vzq09wJkUlV2g5PPJH5UAMtrMR7pAyzlhglvSpG/1ixhZQuMsvXio0VndtjZVCDgceYP85/KnxsqtJLG5O3qCe3pQBO05Vc+S23pVeWCOWaJZInHJbJ71BJeyT5C/u1PABHJ9/wDPrVLXroNqllbSGVYxGZJDHKV5JAHIoA0rm+sbST7LLId6gOECknknA4+hp1pdQX0EMkGVUsSQRgqR2I7VkRp5EMrQOSsrCTzGO5iB0yxP1+lZ+oy2sjG6uIoG6AFQRknoCO9AHXIN0Ejf3s1LD/qU/wB0ViLplusVuguL5QBuVUnIUEe59vwrPlvrGwB3anJFcRjMe6YzF/VStAHS3qtMht43KMw+Zh2FMNukMccEI29cOeornbDWL27Mlwq6fc8fNbx3B3DHuR+mPxrR/tRYngeWzvLdHztVkB3Nj7owScn/ABoAvXfm/aTtm2jGQh6NVaGZGSbzU28559hUGqa1a28BmuoZoJ4eTCU3OV7kY6jHpVW61PS7mIbLkbZ0yHIIA+Xrz1oAZ5d9dCW6dNkbqNiDgBeozTXaOGGNpdqyED5mYAfQDvVaOa+k0q0Rw0ZMI3AoeoUYHNeXeLdbvNWusysIYbcsiIpIAx0J/Wqs0LmTPShqbG4k2qsr7MY3DAz0JP51ZS4uVyDCzoi52xHkDJPHFeK+CNfu9NvEmU/aIbhsOmdwI3YBH4d69h0q8uMRtJGY7sfwLzlew+nT86QjU026M0Ek20iNk2+h/L1qbRtYhWxWF87o2kjXgAYRiB+mK4fVvEUOn6zc2CtNH5wEjlFDLEc4PQ9e1bFjLazRReTIxaNMBDjGGPUHufrXQqUbJszqKtDdWO2jkjNvEyuuThsZ9f8A9dZfiBRKgmUhgJFUHtjGP6mo5kWK0E8KYACqq7eFOe5qvqt4y20duqhNxAA3dOfT0x3rnszRyS3Y4gvjLBQGFLJPFBDM1xGZCIxgjvj/APVVe3S+GcBQJFAdQ2cMOhB+v1pIY2k1wm5yUJaNcsWOCDz6CkUeUeJPEV95t1eXl00Nru3Ror7do6DPrU3gLxdJ/aEUc1xJJFM2F3tkg44Iqn8UvBuorvje3klgEmY2TJDrnpWP4E8OalNqkLMjeTEV2LswQwH6jNAHstxqa2rSXJA+6WyX/wA+tZel+J0mvvs7R7d3yqyt1PTNP1TSPtMEtrIwtwy4WU9S2CevpxWV4d8L3C6kCY41jQ5dkb7xHT9K2ahY7svjh5UZOu/e/rY7xnk+XaeR6f3sEfnmrW1ZlBKqGGfmIGT6A+1Z5hneRlR9g3cfKcZ47++PzNWxbzTxx28WI8kE7mzgegIrE4Tbkto5bdF3MuwdEbFc7eXsdnYyXF0MKuSzd81euv8AiXWsf75mIwpAc/N6n1Fcx4/86XwuWGUKsrMpyMjP5mgDNPjpXuftH2AMgUqMvzuwBk++BW9omqW+s2q3MaMG3AOu/wCYE14hdpeR6jkSi3t2JZ0BJMnTGPTv9a9D+Gdu4kmlUymIbQWBOB9aAO+mUPCyyHDgADjrkc/hT7K9iWIPJbzQSQQ7BIvzpgDuRVa7ilkgWJZnMbqdp3duRyT75/StOHSjb6BParNJI7qTknOT6e4PSgC7DdrGyxyKqIVyr54NIky3OojyyzJGMHB43VVkZb22he1wEZVkORxyM49qt6aGhHkSIA5+bI70AXqqTzSw7mbbsz97Hap2DbifyqB1Zi7NyqDhffFAFWBpJE+aZsDnjj6j9auJ+9Vg3OY/6mqawvJEZkZo+Tx0HXHT8BU0kkUOxmkAHCN83+f8mgAFwWMLLgfwkn19KctwrTfvGUBVJxnoayInWVRCxzkDgcbqtq0eHHlKQw2nf29s0AXbp0kg+ZgqkZ96gCtJbh5RCTgbQR8wqnNF96RlADLtO0fKBSxBofmIfb2G3ke/vQIueUZp9m4bAeQpyBTWRlWR5VbdG3yZbgr0/Okhkfy/kj+SMAbg3LVKtvPJJ5rfKeNoLZwM5/r+lAyW1kEpjwhXAOQRVl3VMbiBn1qgsM8czDIVWBIO8/exUU9vNc4EzHySxxhiMnnBoAs7pGuBtT92XPzZ7Yq3VW385EhjuAC+MFl6VaoAdLIEIGGJPQCo+ctLINo24HPSnXKO4XyyoIOcmoncBgZvmfqEXnHvQAwDyyszsRlsAE9BUrXG08RswPC+5pyQqZRNuLEjv6Up5uh/sof1P/1qAI4YldfNztdjnI7e1Nu3liRWZQ+GBBHH+eM1KSYpT8rFW54GcGnxukyEjkZIORQBW3w5I3LskHIB6H2qkqNJHKuyV1Rv3Y45Geo/lU6+XmQFh+7yEJPX6fyqyoWNYHThMbfwxxQBk8/aCm7y0RhkHPNK/lx3UciKGA+QoelaSQxnfMXYDJIb2/GoGFl9qT5wCTuPPLHtmgDMlS4ZxH5aIu4g/N2zkVDNNfJfgxRxvHGMFxJjnAxxW7cwRO/2hWVk6Oo/iqR7OPzfNXI9V7Hj/wDVQBiWtuJMXUjKzq+DuHB7kD0FaMkavZKWGVB4z2walt7Fkcu0h55AIBwafcSSwhVbymVjtGRjH1oAi+2OrLthzDjGfQepqnFIrT+W0LMm4YYcn1qQOsMzROSwkO3APyrz0/KruxYW+0REOvQgnoPagCOGMRSzXEeSoBG12OfXvTppw1sSVR1bj5e2amkVJCs8eJAOoHf/AOvUAiV4N+9+GwMHGBmgB0GY90yLiPAUpnkY/wD11Xu5rQb7gwg5TBkbgfSmXqvbAxKTsbncTyfb61XlsLSaMvtdsESBck84646fhQBJcTRzNlYSQqjLY+n5VmaoqyahOqcrJEjquOmDgfnU2sTXFrpE8lio80AtKXGcDrkevANSCCRUnXd502wB3kJywHOBjgDNAEOgn5vstwFWMqzhw2CD6fSqOq2MN1G1tNE8o80FQrkD25qC71ax0mdGvp0ibacKi5444+mO9ami3MGoSx3VntlgXHzLxn607Mt05qKk1oXbmG5GnwM7Fp3fZGmMBQSecey1L5mn6XbCZlUf3c43MfUn1puuXNz9iW7jt+YGWUJnJK9D+QJrj9Zma+SK1sZRGmfMnnU7iFPoOzURV2ZSdk2WL2xbULi4v7VljuE+Zs8E+q+44NdF4ePmW/mi4ZMYCBzuUcetcHHYxRoTPPcyzMxG5ZmBJPTit7T7qWxtk0aSRZWYKyTjjcBjKn35696qcVFkUpuauzb1q4m+1BdsUwxsfaOgPvR4dto2hl0+bEhj+aItz8hPGPoePwqOzmj/ALOeKSITGTgY65+h96rS3E9nf2UcMTmdWJbapx5eBuB9PUe4FQamzexTR28hXAIXDE15Rr3hfUku5pbeAz2xbd8i5Izng16rrd1iLdHG8qNhXCgdDzmqcEaG2aaONkC/NwQrNweOKdxWPH/DPhq8GoxyzWMkdgJQzsExg9hjrivTtSvbJEUQBpJFQLsjByWxgDn1OB+FXbvULWO0H2dijIxyc9x2FUdUea31GwvWga8gaMyuqDkNxg4PUDPbnvQNHn1xo2rx6jJ9qhk85jlgpyoHYZ9q9E8OWEi2trbXJSQom5s9uSOtSJ4hsb6QW86LaSOfl3Kx3jt6U5p4w+4SgDaCXx1z29uMfnVSldHdicdPEQUWtgnaeZJY7SUqiMMIrZAPr9Kin0+VLpGZnlaYAsW7Y9PSrUbW0kG+LyyVXEu0dPQ07T760lEdw0wKIBuDHo2O3qCCPyojJpHmzpqTuyykUjRFmPlqO/8AXNZesaxYaVcBdguJ9oJB4C+lbDXwuF2nauVO0ZH6/wD1q4vxvojX1yJreQOsiDemQhwPqeRilBK+p34KNGVVKs9De0/Vo9aUuIgohxuXP5GleH7PMZFXJZio2gc+xrN8IWn9kRPJcODLJjCgj5QOg7jrW4bqO8l5mWMD+LHPP0oklfQzxMacarVPYriBplKH+EjDE5Gc/wCf1pbyVIZG2qgZsEKD0J/+vUWpRSW0bzHBVM7ijY/n9aW1lCxF2OPmwxxkjJ57etSYEn2vbGjRxE7xwdwABz1xWzpFspDFtrkHOQcjNZ9vHDFPtnXa33kVujE//W/nV46tZ2syW0cYVCpOVxx+FAFrUVt1gVplwAwK4Hesq5mE1vIs3lzLIu3btyOatavdxzWiSwtvRW+bGOOOp/OqOlLcTL5QMbRghvlb5gPT60AYep/D/S1mW7hWfDL84DcZ4rS0/TYNPtha2kSw7Vxgc5PrXUR3UDF13ABAM59//wBVUdRt7WRfMjlRApywGKAM9DGGiRmU4PrjGDzj/Per8F7BJZzS+Y6QRgk/l0zWekNsJYXuLmJgpJC5yxPY46VLf3UC3Rhn3pbrh9xQ7ZD6k9MD+dAFzS7do7aJ5EGFLOQD0LMWx9BnH4Vpsyhdwwcjiq4vLZUWNGQjBwNw6A4qhHebmZvkwGICs3QD0NAGgks0rlUCqOeTz6f41GElETN5o5Jz71Ws5ZMpMWREkAUgfe3Hk1YEkFm7K8bctkNjOc0AI0jR2W2RWR2JC8dSTxUj5W3aO4jXbtxwMg0y4mjedfMXakbDLPjHNWJZYnZU3qR9488cf/roAqgLCkTeWzqoAztycUs7WlzERFLGHHPoasR3EaREF9xBIAHXg0yRUljxIixq4wcjk5oAoM00bqskJKHLE5yBj2p4IuBvWbYzfKFP8S5/SrNyLWJVbzCHPCYbkk1BbRsgb7XB9/ARs59ufTtQBZkjQQSbZAvy87T1qYfu0A3Fyeg71S+0WsdsImXa/QLjOTU8DCG5ZXbl1DhRzj1A9un50ASLG0rnzcfKeFFOuCu3yxyx6AVBqNyLZkcsVDjBIFQRXm8BVh6/Mp3DnBp2e4XLMbMzqXZc4+6O1WKrlJPPWTcoDdQB1/GrFIBZ2kVf3abmP6VWkPlwN5iEOBu3deRUt9vEYZFDEHoWIqAwsSMxMefmUcAj65zQBYtW+Zoufl6e3tQ58u5X5hiQ4wfYE1FEsCkqFkhP1IzUdxbR3ZKFmcL/ABk9PYUAW2lJbbGAT3J6CqdrDLmVUlCoWORjvmpYYo0URzKMgcZ+7j2pQvzbrVQvPJP3T+FAEIULcO3knzExjAzkU/UZ4/sErBh+7wWHcc55qKbUPs8xX7LNNLIfupjgDjOSao6XEb211S8uImge4uXCqSCVVAIwOODkoT+NAGneGSdBDCNo6ncMAgdqjjtoPLcz7Rk4Az0p0Mym1hNx94qMEcZPp9al+zIsTyFQZCPrigAsLdUj3fNgklQT0FTzMygBfvMcCmiQKESNd2Rxz2p1wpaM7fvDkfWgBLllWH5m29wcenNUJpmmJhmXaN+QxHQYB/rSSLeNMGkI3Y4VF7dwefpS36xLaviRjcMP4DyzfT6igCk9rG1/I0z5QbQAO54ohinmUGNw2H+VSccetUZTOJY1ltFLxjLbXx83Pbv2roRb/PEu0AIvze5oAoG6uEO3GGycqON5HXmmSXizQs1tGvmMDlJHKkEd6vGzgzcJK0hVh8oz0GO1YklvqEmqMYnRrQRFWfbiUcf57UAa4Zt8UnExYArjkAHrVsXKkAeWeeD6VmwMgmVdxUYwytkAkcY9v/rVV1eYxSpa2p/fSDd8/IjH94+v+c0AV9ddWla1mZvKW3BeNTgsSwAz7AE/Wo0c+b5ELNMdhZmQ8r7GoLWKG13fM0sjE+ZM7Dc7Hnr+J/KrLeWHluAzxysNvynPGKAPNPHlvfC5mubh2QFVaMqvDEYGP6V1PwpsGigl/tUvicBo1LEKufb+prV11Xm0qNoQrmFkYlzy21hkD246VPfpI8SSwPEzf3g3IHXIq3O6sejWzGVXDqi1samvQCysmk0/eHxgqTlHHfr3wK5LTLeGfUZpIZJrdpwrhYumMY6fXg10b7LXShLqNw7p0STpxk54HfFZFpYBra2bzJo5Rl43AGUJPT8scGoPOEubOKymaW3WSZ8BckB246/Slm3T6jZMoXdGzOzY52BSMewyRT5E1JmJZrMyoCrPsYE8nnHc9eM0+2s444Xb7UvnXHEkzj5tuOmOgHtQBvaPbhYWv5Qyh1GxSMYH096bbMh1u4ZSSAsYkOOEPLH/ANlqpc3bR2kQlnLoBhQGwSccAAdTWhoVnMtpJLcKFmnYvsPbjCg/QAUwLMNrG2Mq4RCdjbuMVT8Rq0OiXDIxQqhc7TyQOP61dnLxxeXvKjGAC3NYPjZL6SwKxufL4347p/nFVGN3YmcuVXMLw/K95oUFxdSJzv8AugDFdDJOI9PjtZpFQIF2yMwGe/Fc1oVs1nokcKMwC8MiHI3Fs9+tc/45lv493l7zLGgaASnCH1B4z1HvRKNnYUJ8yudybSG+s3ELCYOF5BByfb3pWt5oLVbS9kYXJKRJlPlKjIDcdeDzXLfDK8vFMil1Pm44zgZPvXex2dxI43zJJKuCWblckcgDPSpLKLWUCBVh3HBPmEtgN7EdMVUto4I9cn85lLzxR7F3DlhuDfoRWr/Ytw828yEKrE7S2Q2f5VTudF1CURTRTpGBKJFLDleuRj3zQBIE8l9qSBVYEA55B7UQwrK7rDOLhkI3MhB4GR/U1Yg0lY2Zb1pLyQkFcnjJ6/L07d81BNZ6pDLFPpaqreWwZZEBGGYHjBHpQBWuIGjn2yybd75IY98//qq2bZWTMNwgjAXA6FgARmqcMl1c3kguBtlRtkoUDbxycZqK085ydzO37s4BOQpz69vpQBo3N9BDalJpiiupUuxHzZ4/wqrFd2d1P5Md5GH2ltqsC3XPAqlp0LXNyL24jWVRJmFXP3FyOnPXjrVnU7CK81JfMiiZXJ2lTkrznr/9egDdazjurreshDbEIJ9Rz/hWVrklvZ3T/arqOFScnL4znr/Oo7e+uoZpFmacyRPsVuMOuOPxwf0ryTX9UvL+8vNS1OYsecRiPOAOwwf6UAev6dcJOrfZbiOZX6srDAHHX34q7bPHZgRW+I4+QfXPqTXh/hu6vLbUre4hmK7goK/dDKTyCPxFetQJeeZumYS5PKqOMY9zQBdO15N3mSPgKv3upGf8T+VSIWTKrtPy9PaoI4EDbol2ykfOwbhu4/HPGat2dvLcoohjES7cO7ctnvQBnDyYb2OxjD+a5G4gcBRnnNdALF23yM5bOQVbo2eKi+wQ2kyyeYSOpHVifar0VxgELCQcZ5P8zQBSbSrC2Hz28bhieSOeeaUaLZsS0avB6MhwT9avBWuFjlLKB95cDPb1NCRI0eZCWwerGgDNt5tt4I2mW4gX5TMBjB7LxwTWle/NswoO07jk9ulY9paedo0MFtEgMMhjJU4B2kjI9q1gvlrKeTtjwcnPOKAHSW6mDjO7A75z/nNRNbhU3RyFUOfl9M9cVZMoT5NpOAMkVBuEkhL+YQD8qgGgBkFusdyrOcliSNx71NOyuVDq3DbcD8x/KmSlciNImBb+LGSKXyppJQ5bYF77Rk9aAHtbK6YJIPGPapFhXaBITIcclqS3YiM7iSQcEk0jSNJ8sfA7t/hQBm3YWO824DdeAMY9KtuHE0bwQnKghie4P/6qkliWMecqbnXqT1IqRfMYgswUeg5P50AUr6ITFVLt5mD1BqC3s5IpzKFwmMYb1rWkQOOeo6H0qGSTCFZMBxyPRqq7tYVgO5XiEknfAA71YqCT5rqP/ZUn86nqBjbtdxjXIB3ZyaaVuFk3gq4PUZxUs7Rhf3hGD61Whmdt6bwip0LDJIoAdd3AjhO+NgTwPlyP0pIo7NBuR1XI5w2M0+BWZhNKx6YAPp605p4wQsa7+dvHQH60ARyLCylfOYg/iKI5fL+UsZEAJ3YwQB61MDN/cjH/AAL/AOtVDXJrhLTyItnn3GYolC55IPJ56Ac0AU9Ltl8tNSkd3lucuhLZwCcquPpirOhOW0WHzHxL1cAc7yfmGP8AezUxg+y20ah90cCqqccjHH41RsZ47VZLS/HkyGZ5IJDwjKzbgA3qM4x7UAPuoJY3DNk7iSqDt61LFfSgbdxcLgH5Ce+P8asz7lSNpCJFyBvXrz3rI1C6uLGaSGJmYvjYVA2gH3+o/WgC7DcOb2P92+0FgW28Y9avtKqOZFcFT94Z6e9LGq29uoHzHAGR/EaiEZMsnmRiUkDJ4yPYUAMvHEpRopWUdMr15P8A+upfKtdhK4zgtuB5/OoowJpCkm7aCPLJGOh5/Gn6hGjR/KgLHrg4yO9AGPMt4rAySMFzjIH3hn+dSLLqKXwMc7SQY5zg8+1WHtlmRfKAT59uAeoI9aWKCa1Z5X3cndg/MM9uaAH3l0Uh/fYZk+Zo+jY7H6Zplq5jZZzKHglGQAM575zULrFdM7TR7mbgSA5x7Y9Kz5XZbMmRzFbxDaNhz9AB15oA1b+4sTbT3UlwkSoV+YtjA9x+dcqlxNd6jJd26OY8FSXBG9B3A7c0+1tWndtRvomaUAiKMniMZ7jux/TPFXVVSQ2f3gGMngY9M9qAJIPs+2KLapLMFyBnsep/OptU8uxtAZbiGJdwPzcE/wCcVVtgk0wiRgpcOeDxnGPwxk/nWNere6nrU9nfNK9kUQ8H5VxzwfWgDpdLihuIUuYpBPbDJByMHnH9KYNEhSTbYXUsSuSzQyLlfoD2rQ0a1W1toLS3dGjiTOCevoavN5vkS7lwx6FTn8vpQBzN3Cs9uYZ5WlSN/uMAF3D26npUGp3cenW0t5dbEiii3FcdfTn1rdW1kkvHnhDnLbDvAww2jOf0rF8YaCmoeH7rTNzm6nGIkVs7mGCODwBigDgdP+I0Nxq6W9xZyLblyBIuDwen05ruppEwEtrcyzyL+7iibJf3Oeg968Qs/BXibTLufzrBYyzJG00kjbF5+X2HXk969m0nWtL0Gxnhit7q81CGAtcy5GCQP73TH06UAb2kaTHp2681DbJeydMDKoP7q/40mqa1aWN0q3UxRsfdQZxx/F6VWkup2WC4nmk8+ZN3lKfljxxjNYd9pq3Fw4dmaKUhmBPUgg/j/wDXoAtf2/NqHmRJp6sEG7c7kbl55zVqx123vbW6jUIkFvGC7TZAUEdB6/8A6qo3NvBJbxxQt+97DHQZ6fSqWq26x2DxNG0J86IyhEAUpvUPn8MU7isTaa00tuJIytrEp3KGGS31zT9Uga4he61Dy7iP74wgBUDqQO/vUF1uaJVjj2Mq8EORg5zzV/S7hHSQuXPyfvARwpx+vAq3H3eYxVX3+SxwE2qPb3iyRNLGshZlaIfIgHr9c163ouoPeaDZ3Esa/dG7J9OM/pXCWvhewutMiumhmQPM6KAfl25OCOPTFehWWwaTDDHbRRx7Ai54GMcdqi5uWIZ5BIFPlg7fmwcjNVrzULKytDJd3RWPlQC33jmsbWTqE2oFtPuhF9mwCqqMOx7EHggcVKttDdIbrUmglus4SKIHagA6Y+uSf/rUXA0Y7q0vD9otXWQDkkS8kAenaqOr3y20i2KCUSGNTKyvnYgPP0JrlfF13Fp5MaQxyXEgDLgbdvbqPxrCsteurWZ450UwY/eHnzCT/tHJPbrmqUJNXO6jltetT9pFaHa2cwghO2MnLZHOTgnr9avLfxACK7jCRMDlVGCaNHs1vNJe7t3lOVDIARyev86Ba+dJA7M8kyptCqc49+nBqTiaadmRaXewywi3jVleEbWXGeOQD+WKdDLbKrOu8ELlnPTI60Xmmo8wMmY22lF2ElwDnuPfHHvVKHTEWUwXl1czYYkRyOqoe/IAGevQ0XEaNnqCiKeYQl3bb5TOvBXHUfjmuF8VeF743L3VtErrOu8x5AKZ69a9OsoI7u2WeUbVhG1VU4GBzWbefKnneWJZVHJZsnPWi4HBeE/DM0d3Dd6hGRFAQwQEDcR0zXZSX0X2xoYZGiaNQV9cevPUVchVtiiV0LvkxqgwFXGeT+QrOurPT7i/jklhjW4UYUuTnB7Y7/jRcC4rM+1YYWLHPzY4QY5JrYtftEUKwwNuUnlyv3f8aq6faiNGkadcOfnB6sOwHt/9etVbu3UIm/zHyFwoouBXkRre1eSTc755fHOKnt2WGJQFZnb1qxPMFQbUYkkAZXjmqt5M8EnkWsf2m8ccA8Kg9WPYUXAqX2qfY4Ps/Juim2ONFyxPTIHpSRWF49vEk17KyY3OjAfM3oSO1X9M0wWzPcTyefdyf6yUjH/AQOw9qtyyQxj53AouBUhulhjEckJi28AAfKfpTZJ/3TqY2EknAB754pL8w3Xlw7X2lsk7SKZOqQL5iLNKVU9TwOPei4EkVwsspYqy9ivuKnmuI1Rl+YMRxgZNUVV4545CGjSccKcZPGRk9q044hHH91Qe+BRcCrBPhAUgfLDPJFKZpXbC5HPJxwKksYwQ0mQeSAP7oz0qyVUegouBSG0XBDh23DIz0qzvGPummXDRABt65U5/DvUwaMjIYYouBUnlfhSdu44AA5NTo4VQoVuKIlWSVpOCB8q1MFFFwKzu/LZwPpUcf75RJIp3dVwOlWLhd2I/73X6d6a9rhSInMfsOn5UXArRzM94g2NjBUtjir+Krwugk+z5VXXHC88VbxSAhu0V2iDdN9MuYUkdIzwgG5h2wKluVd02oBz3J6VQmlkW6IkDPgLuA6dTz9KALccKSNvK4T+EevvSTJvLRw4U8Et2BHT8akaTzPkhYH1YdqC8UAWPOCc7R3NADYxuj3NK49ecYqjcwM919utpyklvGVHmDKsDgn+Q5q44SNXublgiAbiCeAB3NZ95eW9zpTrb3CM9y4jXaefmOM/gOfwoAntrxry2gZo/JeQK2DyDkZxUlwsbr5LqBvOHUjK49aV0UW6bU+XeMAdh0GP0pYRNIrsyoC3ykH2oAoDTprWV5NPl2qvWB8tH9B3FNm1GF7V7e4i2XsTkLAiks/cED0IrUiSWKIBnVAO/XJrPOo7b6aC3tTdXSZErjCqgwCBk+zA4Ge9AE1tiSCK4t5gqn5vLfoD3HtU9zdpHBI4A8xV6VV0m0nto2kliV3mZpJRnox9M9qlkWTyXcPGqn5nXGMcdKALFuFMZhfOVOT/jms+Ty3mZ/n2qxU84GKdayxzRPPFMY2P3hnjiqmnxMpZpFikREORsB3MO5zzn/CgAnubWK72rdogDYU7sfNwKnjvLn7PIGkDsSQmeCaoXVrbPCt/HHERJhfLCge2Px/SpreWEIkeSIgc5yFFAFlreGZAsEirLsG5c4Ofb9awLtGXVYIY7hRMubghjnnGAGA9aLvUPtp+x2P2maZiA7xLjaoOXIbPBwSPqRUdjNDGRbxGWKVTnZIuH9z70Aa0FzZ3wLwuYbtD+9twPm3DnGO47/gKqNtaKQsvcBSTjAHqKzdeaW8u4I7OQwahtJjnXgKAeWYDr1x+Ppmp7e2gnheHWLi4e8K5djMwDEDqoGBQBy/jHWLmO+NraO0aQphmjPUkDNZOh+Ib+OZCs8k8e75gTkH15p/iPT7y3vIZoWkuba4+VXI+ZG5GDjrkDisew0+SOVI7OFzK74CIMZPdvaumKjyn1mDp4V4VNpWtr+p7dod3BJbrcNDIV2feAJ4zwOPpVy31CK6uBbxh42Bxhhgj8Kz7Gz1i20i1js7mwRUVNytEzHGP724c/hUN3qE32xrSeGOG5dQ6yR5PmAHsa5j5SVru2x00sey22RMIwo6+grmLGZ59VvvmmeSPYqyA9FPJFbEDP9jW2dmkZ1yGbkdM84rEmlvoZJbu1jSWZlwUQAbh7e9AhL2F2WVvMMqSqMqV3MT6AHisLxBZq1vaQW/ySSyGFxkBfLKMTn8vzqabxRc3GoQ2kEEjzkj5GiYAL6tjufSs/XW1CwuBqElxAgtmwlq8Hy7H4ZiQSc88Zz0oA6BZUit45VhJUgb2BwoyPenweTJK2VZflyp6kY5/mKytI1CTV98ItLeNh95HnZd2ehAA6f5xXmmt+PtVtdcksZPO06NZ/KiCjcHxnOTjpjNNK7E3ZXPZLrS1tdO+0JMGcNlEPVs9KgSAXFvJHeSAmf5JeOme1cLbeOIry2ju9QkxNE2yNI/4vViO1dXo+sWesQGeC4jtxjy3Dn5i3XjuelVOHKZ0qvtE9AYtp8ptriM3UAUuJY8ZAHXcDj9K5W88VWeoTtaWSy20THY8rj7y55Ax9Ov1rqtejgm0qWCxMrzTI4ZmPBYjp+leH3i6hZyNJcNd+aE2C3CgIuWI3dPepSb0OilRlVnywV2fRrrBHokKrdJM0Cp8i8gL9Kgk1m5j01kt9gCBmU46Ac9/r+lYvw6Nvqnh1bCa4kE9tbhGQHGQBwc9TzXNazr9taQtYQQoyyKySzINrH5j079zQ00OpSnSk4zVmdjbXiwaeHcl2dA5dPmDFhyfzNUF1UyXZkhy6suWkJ2jOTgH8Kl0ObRtQ0WHaYYbpRhY+gYY4rQsdHsLI+deQvIeCM9OBn8h+tXCUUtTlqwnJrlZzXxBtWhkt5iyOs8YLybuAwrjIbSWS7DCSSVp3DRjqAOBiun8Q+LvmkR/swt5W2pC6g7lB5/n2ro/D2l6bNZx30MMKOfmyATsIPPNVGrZWPo8JnCo0VTlG7RpaB9o03S4LSUGJgmWGT1zV24RtOjUFCJmAwy5Ix3H5mp4fNuJsxklIyQS3O4Yqwt2JXMPlrMqjndgEH0rFu54k5ucnJ9TO86SGQMCyndnkjuOnHviq1/Z3U2rRkSR7xIcFjnGen6VJ4jvrHw3pr395Anlu+1UJ3nd7Vxn/AAl1nq08NnZxT20879d4wExyff6cUEnfeW0FtJBAzOrPsZhwOqg/zNU5JIYXKtJGrluFZwOPxP1qO+uJJNNttPgZraVwXlmVdvyjjj0JOPoAapQx6ZOTassRUMQcjO49c570AakO1EEmVKjjLEd+mKGhtpnj27XYEHd33fWsXUHh0udIYVEUU7+WYCfusSCrKPTIUEdOaNV8S2ujXdvZy4e5kK4DDHPrTSuXCnKo+WKuzoRH5UKwr8rHdJJk9ORhc/jUlzM2l2Ef7pXkkYksOSBnjFZ1rJLqWJBEiF3Z1EnXH+R+lWdRtZo9hk85tgCjB+X19KRBFf3E76tDc3E7LCF/dxh8YboSfxq9pt8ttfzWpQl53DRuQTuyOhPbocZqsscc9nMjSOzwpkYPPXnPqahjsUtLWe6sxO6O8TM0h6ESLyPbGaAOjuBOyfPPsbskYyTTh9njQtGhLepUk1IZmVmHk5IUNwRyOf8ACq8l40EKgx4ZuQCff/69ACpOZrlYlmiLoTkD6f8A16nmzlVd0POTxwMVnxQzQXAeQsiPnLg85J6Y7VY8qDzowASmfm3d+DQBX1OZWeNHkBYMduwe1WbeVZ8KsRJxnLtUtxDb4ij2IF3E4HHaoTCCqSRwiNI+eDyw7jj86ALMULICN+0E5woxUB3qJPLh84q+Mls8E/0BqwYUKE/M5xwGYkU6DBhBRQuR6UAORd0eHQcjkYqs6rHGYzGCc7UOOOelSyNKvWZc9gE5P61REE8z+dIdyrIcxn0H/wBegC8kVuqhBt44600xj7QFV3UBckA+/H8jTo1t2QYSP5u2BQLaMSFhwMdBxigCNod83yySccMd36U+KNWeXcWIDYAJ9hUkMflqy7icknk5qMbUlfyUy7HLc8UANM0cV0lusfzN3/P/AAq1VSKHdd+cx3FeM47+1W6AAnAqkJA0knBG7oR1x2xSaxdfZbbdsLluMDrVGea6gjidIgrzE7znJUY/SgAmnljma1to/LjJAZieVPqPWrsVwrTrlX/dgqSRng45/SsQg7ZPMZ1Bbd1JGe3Pate2iWzs12SDzXK7jnIJJ54oAi1yZJzHYiRVST55Gz/CDwPzq19ihLxyNsJTlW2DPp1rJ1EIutWV1Ls2yP5J2kjnqD+la0ku8LD5bqucnI/hHv8AlQA65i2RgRlvvAbR9aRm8uYySgqGxtUHOT3/ABpkN5HcTIIyMAnJY47U67lwGUfeC7lI5Oc0AWHZXjOUJGM7SOTWPfx/Z743jDELRBbhU4KDJw49cZOfbHpWtGRFz5LDPVupP1pszx7w5AdWQrjrQAJB5kQ/0h3QrgFT1GOuazru3b7RGqN5hCHO5/vjg81CPP01xEokubcAkxK3MfOeDxke1XrI299aq9sAkGAYwBjPHU0AYEyyoQVJRWJD+WODwTg/pUiTXMSqgj+TODtQ5OenGPrWx9khYiaVY+ZPmXHHp0qDWpjJa3LW6xtcRHEJkUMucDt1oAz7IXc1rPAp3SfaI2bKldi5BwPy/WsvXdQj0+4h0+63WxuWOVcryoPOD34xWkov3ltLXT5rUXDIZLqRomcbxjHcYrN13QlstOW4kmiurmHazkj5pWHXPX9aAJbHUl+1TzW8MkMBgjRH8rbnDknHpwR1qXUJLi7gbcEadFLROVGVI9xU1iLS9gU/b4o5NvzQyDB+hFeceMvEcs2pXFlp87xQRsUKxtwB0Zs1UY8x14TCTxMuWJ1v2pv7dhdDGA1opMmMYwzFgPfDLxWpqFjZ300Uckk+2M7lIIBz7V5xpGqOskMJune2LAKVOSuehB7HnH5ivQo11OKMRxiPev3GwUxj2wf50Si4jxmDnhZKMtbkOsXKaa1la3wj2TXMf2e7ZCqgqwYiTsOAefakvIYG8QSNK0Nv5VurIy4AALcniqniuO+/4R27kuFa8nZNoZU27FPJ2j8Bk96pJPfb4UYhmhzEN4xlDyVPqBUnHc35tSaCZbCCTzbV8O0w6cjPHqKq310pe0uFVnZJQkbE9iCD+mT+AqPbJ5M1v/Z9z9knUlPKXKgdiCPrXBeKtTvrPWEty0sVnaqqxLE2W3HgsT9Pyqox5nY6sJhJ4qpyRPZvDmoPJHIskf7ot+6I5ZvXI9qq6zqcenTLEoSDJOcplmHsBXE6B4ku7TRL3yNrzKECSKCcZHf3rnG1bVbjWFdo5/N8xds0gyGGMkYzyPrSas7GVejKjUdOW6O+0YK0moyR5Mi3B2HOFI2Lx6//AF81SvbiddbsoZbFDDKWLsrZ+dV4z7YJ/EVqi3cOiW2MAkSJI3+t5OGz69aw9e1iN7FbdY2t72Bwy5YAAg8gnOMEZpERhKTtFXMvxJdTWPjiCCwR7eSWEBSoIXcMk+3cVh/ELR7dIhfXN4VuHVpXjXBDMoLE57cgfrW9qepQy6lb/brbZc2zZkLHIbjjaR1znJPesfxhYz6zHaXEQcQZYSK7EbwOcAdcf0qopX1N8JCnOso1XZHMeIdNt0jmayE8KlQA+4ZQjqRXTfDTR7wN9uuYncfKYAfvEg9f1rgr06hBf7JLd2dIxHHHKSAy+uT1r074K3U8D7b7/URS4iIHQEHI/Pb+dOdr6FY2nRp1nGi/dOs1e8isZI47mNRMHVnjBzt+uKz9a8Gtr2nG80y4S6WVdkinhlwcjv70zxxZ3Fxq1xcQRzmGRlfzEGOnb9K63wRBJpOg3Nxccs58wRg8gAf1q9IpSW56KjSwlGOIpS9/+rmB4I8K32h3Ec91IIWmHkhRyRjv+NcV4g8N3MfiYLLbtNb28jssqnjnjLY+tew6neefptlcTR+XJK5wuemQcH+VcJ8Q9WbTbtDFHGJJI1Zy3RRj/EZrPWbPPftsfX/vM0dH0K1t9NguLxVKcgtjO0kdfarenSi60UxyTSSKssqYduRhyuPpXLeFPFK3kzQTL5kxjJQRjcMEcHFbFu7W969usbTwS5nChcSRMzZII6kEk4+vtSas7GNehOhNwnuc14j8LyTXXmWjDEB3EFMlQcZx612PhHTb6LT445JFS2QfISMs2c54/GrGn3ttNvtxuWTJxGQVJz9fSrW3fcC8laBHSNoREAdxGc5P8/xpGJbe8+xoiRbUbGCD39DUN3cedC01sFyfn2jK45Oap3Ei+e9vBH580iZVScIo9T6VCJdYjiCySWdygJBjRiqj26YoAz/iTYXmu+H7BbRTczQPueJD98HHfv2rhvAfg/V7fWIrieGaGFZXcNOeTznH0BOPwr0wXkK7HtvOWSM/PE7Z2t7e2K1IrB51Mk06JsUL8ozxQBm6hIrajbRyYiV4hDx03g5HPvk/5NOmtbu5neGB444mO7ywmSDjpmtF106RJbe5b7RuBDxgg8e/p0rOdPswxZ3NzDE5xEnDMD65xnFAEdxpsl68NqJVaZnVlJXLKqkFm/Tb9TTNY8P2dxfQyajCrTIQIskAleOvvV21E1i7PDJJ5khIkklGScD1649B05p1vbpNHJdXGJZUIO9jyV9Kadi4VJU3zRdmWrJvJcNDEVRQGGMEjnGPpWnJdLcabNMMZjzgg9xWKybIES3V/NMrLgcrtz+XpU8kUlmiRyYJYjflcAj0pEC6etumorPDGSZIcSKR9456j34rT1h1j0i683y4YjEy4PckYA+pqrFfqs8WbeFELbVI4IBOB/Wpb7ym1yxaWTdFtbYueBIO5HrjNAFmETLBC05cyOiqypjg4pI4Y5rt9y4C44bkmpTJj96cZc7UB7D1oEbGJlKkSYOJB60ALdExiMKAFVhyTUkS7gWcZLHofSoWjaYj5yQvPzYPNOuLgxx5xh1P3P71AEckKNCsEe0uBjd6Y70vmk2jRyI+5Rg4GeRUtoqtm4zkyAHjt7Us6sJY2jYKzHByM5GCaAG58wBUnUcYIxzSRySxw7iqMgz0ODikdnclWt1kx37frVa1kklgCExxqmDyOmOQKALWP3TuWAlbrz09qlt12xgbSvsTmq0afu0aZNrdd49feriH5clg3uKAIbmKMqBtG4nAI6iniJlHySN9DzUEhMrhx93ICYPvyatn7vrQBC0kkbAMVfPYcGkE8So+0gMvLKeCPwoYCaLcigM3fuKhdfNCGWJW2Pgk9+1AFmDiMBfm55NS1SglWOYW0a9GPTooq7QBl69C03k7UZgpJbHYVLa2cTwRtKob5QFBORik1i6mt/LWFN27OT6CqKSXCIFkBLAH+Pp3oAvzWtu8vloq5wcj+7UsjWtnB+8IAVcknrj1rmnsbya+859RnZRjKRPhQRwefyqLxBp5ubi2s5bqeK1bHmTSHJJ6hPYHH8h3oAdc6kt9cRahM6RadAd6KRhm7Bvoc9KWS/1G4cta6e22VQiCWbaQMnnaAcdPWq00nmxaazXRkt2Ziu3ncVGBweKn/tW5s5GaG3DRsCmM4KHrn0oASO4LTiyuVaC5ySNo3KQOuD/9atzTIlg04RrlpZDySDxk9Ca5DV7xX05T9lkDwkSFi2fmBGfz5/Ota4urwWgNrOdynesYYDPTHUfWgDrGZliJYordsnis64eG3kufNm2SyKApzhQMcdeBzms+bWWtdF+1X0JeVVCn5hjexwB9Mkc1R8mxRY7i7YXlxuDGVzlU9gDwBQB0EdmZrNGEwaTaMMpyGPue9VTHPYXX2uGMy27nNxGgwY27sB/P1qpeTCKE3ekW6QsASrggJIR2ZR1+tZE3jeFUilkmijM0QYqo5APr700rlwpym7RVzrkltri2kktmSZHYBXTnBP8AhWJr7GzljvGs/tUc239ypw+cfwDuevFY9vJDeIZtLu3tgzbjLAcHJ9fXr3rY8PW+L6LAZ3RceY5JOAo7nnnOaRLTi7MueFrqB0MXlyW0nmSN5MybJME8Eg+1cl428SR6Zq00FtCk7SHErbSdvt+grudUjEoMc22T92RhV55x+VeMeMrH+z9Vu7UvMgdiY/MOSV7c1pTim9T0srw1OvVaqdEb1n4ntNQuVtryxiQyPxKU+YZ+tY+vaLNp9xNPBbB7aQnovTPUEdu9YGmRzSiGJt7OrbPNJzuPr/n0r1iSytb20xNNcYKEBlc5Y89e2KuT5HoehipRy2qpUVvujh/BGiSaprEMbKtvAjAruUDIHOB6mvYX0xmtmjabzZP4Gda5zRrJIYUe2kSHy5OGkYDOOMDv0rqrW+F1GGgXcwOHB/hrKUnI8jGY2eKmpSVrHH6xp+rr/oFzer5LAeXIFGcnIIPqK59raSZrfRDLJBfNJiRzjdgZ+Ye3FenXNqX82WWReV+7tyBWVqWiw3qTOMRXaRgFwMg8dMelScZi6fG9hI2nNdHyHtm8vdLvYOuD17ZDdPauf1ttP1iH5bJY7xFwSvEeAepPr7AGtSe0n0mGCaQqwjvY2yDxsIIcY9PmP6VPbaTCujbVn3F90i7SPlLHjn8hTTaNKdWdKXNB2ZT8I2M0Giywf2fFMiuquUyGK9c4I54+nFaUHhzQIoZZ4mdn3GWJXOR/u4P5Vm2GpXVm88klvsacBW+YkqV4z+lc34h8arpWpT25h86VsS7S2Auev59aRMpOT5pPU9CuZllgEiWLksmBszj0H9a8o8SWOoWk84kXy3O/zVZTyCDj+YrZ07xlN4onhsbDfYzKCd+/Kxrn731ycVavGms7O51C6vp7+e1jZpFn2kMi8/LgcHjNaQly9DtwGOWEm21e43wfZRNomn6heMkayRKQF+ZpFKg/nzUPxD086haQmxlms4LJTMiK3zTYIPP5Yx6GuX+H/jGz1CPUBal2S23yW6suCVyTtH0OePTFWNO8bS6pb3mpmymt4bXKTMFyXAycLkcdCamW5xTq+2m6lrXZreDLrT/EloBfaU8r237tXlTbkdM/pn3rrX+y6TFF+5hgjKBQmAAT16/kfwrmUm06z8NJrFjHPavkuxYncTnnI78Vf1CCz8W6RbXFveSRqW3h+7Y7Edvu4/E0Jd9jajQ5rSqaQva5c19tW1jRprXT5zYvLHs3HhRj/Gqfg7+3NF0NbO/uxeSJyxkHYcYB9zVLxBqNzokFra28ElxCSFb+7kcVW1vTbvVr/TrkahNb28L73hB7EEY/Pn8KTTtcmpQlCCn0d7fI6u4vjeWoklEsSudsMcUvYHGSfrmsXxDpcN99ngmlkjkyYQ843gclhlh9Gx6dKv71t5JbOKGaSGOXdFIozvX7xz6d6i1C9M6Q3U4FvHFKX2vjdIecYHtkj3zQm09BUKs6U1Km9TK8K6XFpdtOZZAbtpHi8xOgweP05rZstWtzqdnC15bvdhsHngrg5z+HP1xWdqlnPfJdzQM8UsiZGzAyPp0z1rhbSzuYNXEzSbnJAjXHOM85HQdq0jHn1bPTw2FePU6tSeqPXvEci3KwvY7opUlGHCgksQQB7d6qaf8A2wtoZJHtZ3Msm1UBBYK2MlvU49Bwap6jdXUywQ2qhrgkM5bnau3BcgdNvWp7q6txDG32qI26BY1CNt3qOB05OcfjWR47Lmj6pZzWV1MA0l4JmBRV3MgTsQOwFTy6lcTRPbWNmIsvuVpeOcAcqPQg81R8MwLDLJcR27bZ3eSWCNcNzwMH6Hp7VppfyXFpd20FrKh3YyYiDx2J/rQBBo1uw16CC5lJaaBxKccZBXaB+Zqf4gvPY6ZdTWsjI0EGI0Tt6n8qS1uBDFJdhPMup0EahACIFHufU9TU2tX0V5dpFPGu50GYh/F/vHsKAPCLLW72LWFKNJu3q0biQkOe4P5fjXvMLTvGl46bSRynpwOBWFa+D9BuNZhv4bVYpllOAMlVOMg8+44/CumXT7wWk90rqMk/ePJA/D1oAWeE/YTNHEylWIY9x82en6VXsgIFLOolRgVZsnBqTRGWK4mju7pmWcElCOpGf6ZqeK3bdLIjqlvzl2JGBQA2184XVu0EhQzhyiEHnAHP04qfUL1p4YkkCCRTliD3zg1T0CGdLmPVFhE88vmKy/dYIxBXk9gFAx65rcZb+Qnbp9pHnu75P6CgDItLG4XyTJA7or+YWY9iSfx7fnWxqGnte2vyyCKQYaIqPusOn+B9qjnj1S4WSH7VDGMFG8uInqOxJHr6VFaWM0ditu+sXKtEuwEbByOhPHNAFjS7oX9k80g8qRf3bowxsI+8PzzVl5cIIrdS5xgHPH51naYs/wBrlurrykEgAaNGyGdRjzPxH6AVpklY2myN55GfT0oAYsmEaN0MajgtnofX6VXuPPdBK+AqEDO3rz1+lTTs0jI0akB+DnjIp7I0j+VJgKFz8p79qAK9rJcRJsZMKXKrkYbGT271ajlSSYtu/wBWMYPBz3qNWcvHNKFK8hT6e9MYpNCieXuZjk+uOpoAsM7SKqL8rMCc+gpqRw/ZzujHyg7uOcimyFoGLJufj5gecDtzSRx7vuEqmP3h/vmgCWNZGhT58dyevHaqt0Xg4aZI9wwAB94/SrRkLj5TsjHVvX6VDOkboF8shCw3SN146frQBHYybFaSaPDA4O3+H2xV3z4yPl3k+m01V3M8m6NA0idWPRh6j3q1Ef3WQxcmgCGNpfOaNYwqn5vmPT8BTbxbnaFjePLHkbasR/KHkk+Uk5PsKZGzbnmk+6BheO1AEVnsLYK5mDZcgYwau1CrQu6OPvN09amoAydeZlmtsJlctvIODjH+NZkaHy9qkM/O0lhk9ea19bwfJ4UncetZdvOsm6EZQqMZbnAPb+dACjdMQ67Y7gfdTkgY656elJqst0/2a2ZbeT7bOIwJUOBtUsSf++ePcirUCiMI8EO52G1gT/AO4/Oq93cGPXdOtbiNkCiS4L9VAVduB+Lg/hQBna3pt9bGNlkhZlkaWJVQqoJHK9eBVP8AtazW2ENy7W77clJl2fNtPQ9+3PSumv7e4vH+0RqJYsfIuR09aoz6fdPEd1qRtGR83f8A/USKAMb7G+pzLHBGyWpfdLIxwHAOQoz/ADrXhsbvzZTPERFtABGCuAe3rWhpzQSWqtAzpubDseAx71c+eFoYWIaJSMv0+lAGb4m02PUNHZYH2rHIkrKi8kKckY+map63YRSLE1icwMgLEZYe3T2zXR3Rjj2yFijHgMP61g2sjefN9jaS3XeXcLhk9zg9PwoAydXVtO8NPqUeVW3jf7vr2/WvJYnuvsW2VQ0hOX4+6zHLd+gJr3C6SKcCS5u5LmMqco6jaox1A/xrgr7wnIsjS2UsZiz92Q8qOOP1rWlJLc9vJ8VRouSqO1zP8G6hLa3qQCGTyXXa2wbscjnFehie5i1CWRZBHGp+UbsNknJBGfpWJ4Z0FNMHnTSK9wwwuD8q8E1q3CxzSOokid5SW+7gY9TU1Gm9DkzOvTrV+ansX/EupPC3+jbcBE+0N1IyeAPf3PTiudu/D+n6zsN1HdzPjG/zW3Z6nBP1qSBGae8gWY7GkVgf7wKjoD24xVi2hubZ5pobplDORsxyp46VBwxlKLvF2ZnaPokGm6k0ENriSPdLHI4++mMY5PX5hnHqK6TTdONxebW3ARHL8bRyPSuK+Juu6p4d+w3KWy3NzIHwRn5QVGM/XGfqtc74A+IviCS5Rr11ZLiUwshQB427fzpt3HOpKo+aTuztfEkktvqDwGRNqqdoK4VW4z+mQTXOW/j270dzbwyQspba7t0B9v8APatPV/FtjcXU1pcWqSyOw8x3UEcHB2/pXNeItAg1a+VrEoYJgZmXYeDnoKuMUviPTweHhSlzYqNk9rnpvhvxpaato3zJcTXCt5b+RCzq/uCB6VtWGpW98stxb7w4JWVWGCoHYjqDXnPgzzfDoSK5hk8ocmZRyobt79BXXatd2lpKmoJcBJ0ZVYcDerHGG+mRUO19Dzq/J7SXs9uhg3urXOqavE0KjyIpvLwBnjOMt6HpVu1lh0t5ob6Iy6dNJ8jjJa3fdwpA52nsfWt+6sYQxhW3hEsjqwMYHX1PtWHJZ29xq8730y2sGRuSR85HTIHpSMitqd1aO8skcU1xMh2jy4mCj6k4A4wa8r+Jvh27YTas3kzNLiOSJWwORgAeoxXqutXiw3EdtpWpRXlq6Zk8+QsylQMgfX5f1rz/AMbapcPGdOmiZEMYkMkWDxzgdOoOapRbdjooYWpWqKnFa+ZwngzXm0DxSi3kSyIxFvNFH8zRg4YdP5elewanqOm3KTQ6dFJM0sZQB0ZVBIxySORXBeDdFt7y9STUJY3MUfmwOqcMRz83+PtWb471TxBBbLZ2N2ov7m4KxPE3AGCc5H0P6Vpypbm2NwTpx91WlHe/W/Y6fR9Li0/QNQjuNOWyhtz5iGFdrsQPX6ZzXWeA9R0XWfC5Wzs1iTPKkZH3W56c5rO0LTGm8OR6drEbXF+I9s8zSkkgjpn6EVB4f8Qabpltc6WwtxPa7lZUXOcDr9cGpcW3scVfEwm+dKyfbY7WSzgu1exmtFeCNzyRjnrwCRVS4tY9BvrS6hhCWVy2wqvRZO3sNwOPrj1rlvCuj+I9PvrrWZZBLHckvFCW5wT0PofrXWahdLqHgZlCstzHP9xzyjqCR+oFRrsPnk48t9BNZSVxHEluqea+5AQX2Ack49ay757i1aO5abc3eIgHzBnpgDjP9avySJLpkGohlCwocgnBKMOua5TxF4rsbGaIrC89tMAGl8vAHY8np0P5U4q7Kp0Z1rxg9bXOts9Y01niZ5YoBKDiHf8AMmcgg564OelYXjGxs9St2vXu2hhtGChozwT1JH6c1m2nhWz8Valp+qJqBh0+AqDsOFYg5JP49K6zVI4cSaRHCl0kf326Ih9CfcYOPaknZ3Kw1V0asZ9hPDVva6nplsdPmd1IwJC3JP41z/xf1OXTvsljpdqIr7ay3E6xBVBXHRu5+YdKbY6rZ2W60SWdYWBG2E7V9/f8cirviWxttW8OiOHAnhUyRBOdobqcflTkmmbYqjOlJys0ntc4fwT4n1Cx3JLm5a7VjunJ3KQDn8Paux0DxFZ3UqxHTbe7kGTE0a4CkDHPv1rnPDngu9azlupPNEyyBVeVdvy98AV3HhTwRHY3TTedHL5fzqkS4yD1OTVLl5fM6aP1P6pLn+P+rHSaXqrWhSaWK3t1mjypOO349TS3N4012z+cZonYBgnRfTI6dKbFJYpcG2jtFB2kgyDcR7ntTZDII386TZFjdlQAox6CszyiF7iytZdrTRApJkqf7vuR/KpzEb3dLJuZVUMzImCRjiuQu/EWmvrX2hrPzQi4Dl8sVHfHeut0rULfUR/ojZBHDgkHHt+tU4tbnRXwtWgk6itcsXEmnQaHIonMPlyIzbTh/vDPP4GlNzqVzbpZpdW9spA+U4Lj6k8fp+NU9Vbdf2sMgIiM43ZPDkI5Xj6gfjippXuF1eOGSIMu0ksF5znpnNSc460a9s9TiF4Ip4i2wXEbfdJBwGHpkda0baFvts/2tybeGQIqtjaXwMseee1VXnhKT+esqQCIsZGGOoak0dvtVkbtm8ySUbtrjPKjaTj1yDQB0Vu0Mckwh3OWAclVJOTkf0pJpI47VTLNIOm7Kn8e1UdOumgizIyB8KgUnGAC3b8acJ5Xt5EkkWXJLg56cdKALzXdp5f7mQFTksUB6Cs4TXElwZY1hNsFDbWGCx7/AKdPWm6NbeWs6yNHnlhg/ez/APqq7FEzJt53gZx6cUASWLw3cplji2IoGAVwTnuRV4RRg5CDNUoI4hcbi5O6NV4OM9T2qRI9toWVpMgHGGoAegWaQs3Ix8n09adDCV3GRixIxz6U2BlV9vTbGoH+fyp0rl5AittA5c+3pQBIxVUYDGFHSoYpEWONFIZjgAA1Turgwl44AX8wEZ5JDVLYzyrZoXhbpjI/maALVwPkC92YCkugDEI8feO0elRSys7xjzI0BOeuafJFFIh3uZMZON3+FADd6sV/iVeFUdWPrTZDIzlpADGn3kHr/XFPTZb2gPG7b+JNQFy0KnDHBBKj685oAnaRXVpIwQ0Y7jHFRK0ayh4dzt1duxHepX85W8wbVzgbTTXWZEJCqxDFl2n8/wCtAEs/zKsg+ZByR6io7iTzEKwYcDljnj6U1SWRtrmOMjJPcH0FIjrGgbZsI4ZMdR6igCWPAS3bGM9fxFWaoxS73SNM4WT8xzV6gBrorjDKD9RUAsbZZC4iUEjnFWaKAKk9p+8ikt2WNoxtyRnK+lc9rl8sOvRw3jR4+xsGK543MMfT7rV1h6GvLb+8XUNTu73eCJJSE56KvA/QfrQB1FnqTRPbx219bPCpxIsjYOPbIFbV5fWzRhFYSlv7rDA78nPTivOcHGcHFFAHodj5MFusexSuMEoQQaY1ujSPIs2FxjnqB9K4AMw6MR+NSxXdzF9yZwPTNAHX3El4Yp7QSLNsUbMLkn/OKr22kXkgQM5hYqHk3dyRyBj3rPtvELRAN5I8zHJB4Y1oWviGO5YrKfKbA2Dtn3NAFe6imtllEgbYp+91U4NcB4i1ySaVp2uVSzI2g79qjA6nn69a9BaeSOSQzLDPEXwM9GB6/lXmPibQmt9UAt7eS5s5QeCmcE9R+tAFnwtrjW2pWaXN0Z7NnUsBypU5AIP4jpXfyxR3Dy/ZXjw2fLUnayqCePeuI8N+EtQuNStiLXyrZQGVugwpzgV3moWsrzssb7WIAOVx8oHQflQAy/snm8kwu1vKqHbIFBGPQg9Rn3rLlbUZZGgZ7NPmIJGTg+y5/rW0knk2amOT51zkHqq+oqstrEZGljysm/gr1xjnigCG+8PQ6tp5tnaW7ucqry55Q4yD6YGSMe9ct4U8Ew2F9LdalN58iOQiIuPmHG49ao+IPifqdnrMFtZzW1rbrI0bKybmlIB7/hXW+Eta/t3RU1JkWNmYoy9Bu/vUAcRrXhrUjqEe2zeSNXcxScAc8HP510Vtph0W3s3KEmMMZ2RugPp9K2tVkmj0mWVMGSKJ3GMYbp/jn8K81g1C+TUg4d8j5ldpM556Vsr1Ee/T9vmdHlbSUfxPTrSVWmgmkhimtkiLBwwOcd8dDwT+VeGePNR1DUvFs8kbO0b3BDoX2iJAeM/kOK9h0+1tr2P7bdbbWAxAhY22mQEjJbHQE1z3xY0PR7JLe+0uJkaX+Ik7Gx1z7+9ZJXdjxqNCVWoqcdzG8MeNrqKwjMsjPPbsV3Ox+4ORz35zzV3WdZ/tzTJJEkBmVgZVJ+6OehrjtIWHXLpFtIZ5ZJlZGQphRt5PP4V3+h2FnpyFTMqznDTxyJgAegPfitmoxS7nt1qWGwUINazVvmczov2j7RayK6lkuCyj+8mB1967vxLptnrUMckiLay5VQYVDZHcYrqtAs9F0/QIbrZCfNkL7lX+I9s+lcB8Qv7YvtGum0nUBatK2Y+PXIx/Koc3KWh5+MzKVSqqsFy2M99DfQftlykT3NuwOdvyugIzx2OfT3rlNOntri6itbCCRknlDLczr8luwP8AEx6c9u4BrudMXVNO8JwSXrLITGwMkzZUnn1rjb//AImHh+dNWSK0eNXuIivyh1Ubs8e+KtXS940oVVicPUdaTScld/8AA6nY+IL/AP4R+wFstxZ6hNMuVeKUEq4HXaBnZxwMcHjJriPDOm2Frcajr2rfv7yRlk2oxXcQ24rg88jI/H6V2fgeWyOl20mnSpM8bFZpYxzuVsc/lXR+MXj1Cyt7O/hBkusqZG4RlAyD7kHH51lzHB7SMYSppJ369TJ8O69a+ILdrjTvnhSQgrz1BIJOenQ1S0mxuE1vUNSe8LWk0hKoeAcDBP04NczrGoXmgp/Z+mW9nfPLOFWSNfmcejDuRXR3+qoukreaoDbWkajz+Pvv/d+nrVSbRlh68oKaj13Fe1i1nRJNHaaWAsT5bHgsmTtI9Rimnw7ptv4abQbuGS/hUGTcrjJx8pOSenXr1yaS91DS9e0eKKzu9k1yQsDA4ZTVXwnHeeG2utL1hjdHzwwnJ++pQAZx75Pp1qFG4pqUEpNbmwJ4tG0GKxgiksLaPBPKkunfDDgtV/S7m11CI/YZN2nyERs2QMnrnn/PNR+KYbNtOtrGZvMcuvlQp1znJ/DGar6VpdtpdsYbp1jsfMMqLn5Rntkdec04uy8zVQpyp9ee+nY5rU9NGl3qSXK4ijYqH80EEfTNaWheJbE69bjyWMEMLRBQdqPnGC3BJIxxj1rX1zTYNUsCul/Z2QMHVhGAA3161V0/wDqdg66rcLEY9wlYBuSf/wBQFa8ylH3j3vrdHFYdrEu0kdzLeRLAJovlXaSxxkkEZBrg4PGV5aagv2ZoliyfLjP3ivpnvwa6yzS+k0+KOGwwhkZWnLZAT3HUmuO1bwtAmoF7e6kmVH2sWONo4/pU0oqTszycJXw1HmdeN+x6FpOu2jWIuplgMb5LbiAw9snrTdX1zRf7HfT4l8yWSLY3lLuKnHqKzba18NwQRw27W6zIwUlhncD7mr15anT2jclDtjHHXcOen41Eo8rOaSafMk0ntc4CDwnqUt9HKunNzlVkkfZuUjOCBk9s12FtayWfkrFax2whQIWO584Hqce9chqfiK+e/XyzMgLfKEPyoAe9dZY3j6lpSSMdoPyNjjJzyf51dTmsrnsZnDFOlCdZq3kWVs7u+0prq6uJAzTAxiNVDKwOQRx2OKmsYdWi865umafy8KJRErIwA6kZDKfpmtCaOMwwWccnkqnzuRkkcHGT+BrObVpDobWyYxIw+cE57HH8qyPDK+oXmqalps9vc2b2VhIVV5IwJCy5AJ45Rcc556da67SltILfy40he3VQsckbBgV96x/CYuJbG8CkERhShbseuM1cbTn8iK4tt1neS4LGE/IxI7r0NAF+SOC2naWOISRlQOAOCfSozHE/zKhICDgKeTSaHBNc6VFJeupmYnzAuQu4cHj8KtnTUVT5bspPvxQBVsodw8zjJOAvXA7/AM8VcS1Mf3GCgj5uTTkjiiO1ogCeeP6U5zbIm5vm9ASTzQBUis7RrWNJpNxyVU7scg44pXWGOz8mE/viMIoOcn39qp3CPcQmVgVIkxtxjt/9apdIWRizMduxtqkgc/WgCcwyRMvmD5C3Kqe3PX6cVZCW8bMzbSzdAP8ACiVkdNszquDnKnrVeOby2/cmMx9sjnH1oAkbZIFk5EqnKoB932xT0mabEbxtD/eye/pTXvVwfn4/2VzUcMsck+58hGXjJ6mgCw3kiZRtUqo4AGeaZM8ZYAQnOOe2B71FFdRtvEORknkL0HtUkWxY1eZDk925yaAGTSpIISXTBICheTUrfdbzPNCnrhOtQxy7IyjL84k3KijnGadJcgz/ADMsYGVGeTzj/A0ASlElIUFiuAxJPahUt4xsVmb2BJNRLFGtuWBaQs3y5PXmrkDKyYVduDgjHSgCrMzIBsjl3EjAOP8AGq13LeB0ZY9rAcbl7d+h+lXnZUuCV+csOcdqYCZnV5tojB+X3NAFXSgzzbnZh1Kg45rWqMLGpXgA54qSgAopsrbI2f8Augms63kny0kzyjeoZem0f5zQBp1m3GhaPcEtLp1sxPfYAajt9TaW4iXIBY7GTHOec/yrWoAyB4d01VCwrLCo6KkrAfl0qGbw1bv924cf70aH+lbMU8MhYI4JU4NSZoA5DUvDd1FHvs4Le8bps3mHHvn5gfyrDv8ASb6NIoNQgXTVuJPLE4uhKBwSeNoPQGvS81ynjueBbzTILiIypmWbAbHKgKP/AEYaAOOu9FSzkAguZVQj5XikJVh9DxUDR6jEpMVxFMR0WRME/iP8K2bu+863W2jgSKFW3ADk/nVOgCpa6tdxRL9utZrdgedv71PzH9QK3dP8SQyIi+XbTovUg5NZtQT2ltOd0kKFv72MN+fWgDs7XWbf7XbSecixnd5iYPyccfWtC+uHvHiS1iLKTkyAjgYrzcWU6nFrdTA/3GG8f41PBf6xYsCqkj1icg/kaANbxpdXGmIIYmSCaRGJYjIC9jWJ4I1+TUHEN06THy8xsF+9x7du9M8Tal/awhhvZDFOEO1nUrx6EjirHhOy0yxtGDyB5NoCFOgH1FaXjy+Z68Z4T6k4te/+I7Uvhrb3l2NTXUYY1mO90dRiPPcc10vhvwymnaekdjInko7Nl1zvOevXFWLa/tGtGjYxlGX5uMHIxj61paJqVpNp6RKTGVypDDH4/jWZ5BU1CZZbXy/saQ5HBOOfpXMXPhnTAlzNHbjzNjNEV5Gee3aukvN8wSQfLnGMtyACBVa4EqK7MVY5A+7n8aabRpCrOF+V2uULaO1XSRMlsjlmjXYMkEdQP5Vm+K7KbXNMjtLmFEhEwyI2wQMc4J61edbuwDyRKstqSS8THBBJ6r+POKp+LdQvm0gXrWsdv9mZWDhvmcd1A9ee9JMmE5QalF6mR4d0WxsLq8n0/dg3Aji3HOMBA2MfiPwqn4505r7SblFmkjeL5/MTht2OM46VD4d8YaPJdRWKQzwQNIFLMwLBu+fqe9Vdd0K4k13UYIdQkK3GcIDnYvPJx6elXHV3bOujVU6vtKtSzW3U5HxH8RtS8P2MGi6fdI8KmN3cgElyMnBPYdPfFdl4A8XSeINNY3Ij+028mBEQOhHUDua8e8c6DHHemOzkaeIYj345LLwSPyro/A/gjWbjS/7VtblbdXBWIu3MjAe3Tmm2mzStLD16nK3Za3l3+R6f46vNPuPC8WknUIllnlwiAhivqD6Hk1Angnw9qGixaXeeb5QG0uHw/Tru/X8K8f8AEMmoteW1rEpg8tw5U5OX3Yz9M5H411Vxr2pahcw+G13RasiLud2+XuOtSnfQ5qUnO1GUrRv8kdlD4f0fwZ4TvL2xuLi1jhnfeScq+GO3I7fLz+NcjoU3iaeLUPEF/dzXNpKhFqrgAIM4wo/X6V6Ddwtpvw7Wxvrhb8+YzXG9T8zex7+grgfHPiC+tfApudDsGk2yAGMLwoABxijl69CJ0KipupFXSdri/De2W2sbnXdfukgPDNFLIGEeeuD3Gay7jxta614wl0WRIr/QhbsscSqQQwDYYY7ZA/Wsa8sNW1vTYZJ1LR34HmIjcwkZ7DkdquadoWqeF7Jxp2moZYyBC+0liCcc/rSZja26NXwLNa6hp95Je2s8N1ZZS28uMkDrycfgaseDrq1WHVG1e9fUJgGaONSdyY/3eQOg59a7TSEs5PDtjNdaeVuigMqpHtDyYw2T0zuB71iW+hrpNu7adAbeTVLSRp2BG58sBnPbk/5xTV20iq1acoJSe23ka/h/TLNbeK8W4vJ72UD92ZWBgX03NngehFW/GDNF4euoL2XbHAwYHCkyh8gA+nIPQfzrOhaOQ2UV5Bc2+osuJfJUsGXgAkj3Jqzqml22vNeaddOsd5JGiIM8gR5IY/Xpj2o9CqDqqXNDda6Gd4X8XeTdw2NxbWr2ROzcmQVz3616TPdQm2+zNJKyyHaSjcKDnjnOcV5R4e8B3FpqrTXXlwRbwx8rlpCK9NhtzJIsazhWdyFUryR2P4mpFKTk3J7s1NMu0S0azt7nazMwIdDkemMVyHxGWez0u2TcBPIxMjIcMQOmR+Vdbb2MlhbO91hpRJuwi9j0rM1nR7nxDbJEHV2iJ2OTyD6fSqg7O5thJU41ouotDze01mSRmtZLdi6py4BAP416F4N1J7zRv9IiS4lhkKQbjxtIz+Y964+Twjq9pcmSZQzK+M7sj6V3um6fBpunpaWUgklkGWYDGS3pWtSSaPczXE0J0FCDTfkVr7wtpkzSz2hljbA3DjA9T/n0q7pOmtDDGv2cpA3yx9xgf5NTyx3CobfaULehwe2efpVrSLppJY7RWJj2nejDoB2rFts8CpXqVIqMpXSMXUvJmW5neKSHJEcMkeWDDoOB7+tEFjNqFyscEeF3tyqkbVzjnP0FdjLYabBbwwJaxCHfu247j5h+ozT4pLUXUnkzxRYAyowOaRkLaWUWm6Y0EPJxyT1LGo57pbeOS4cbxGAqL3LHoKfcXJeIbWWRN2SRx93n+lcxY6pFPqMbXUTbnbNsr4247N9elAHR6aNun20TbtxbMjLnAYkk4P1NXZldFDeYxVSCQfSqSy3ASDbGoRiOpx0z/wDWovbtY/3MvmGSRGKhenSgC/c7PLyTgj7uOuaiNu7BZZJFDY5GOBUdsrSW6XUfylk3Ybnmkku0aHzJG8uIfeUj5moAidEExIyiKuRuBO76+lNs4LhHLXG1ocFwwJBHtintNDcws6yYjdwMD73pj2p1y0kEH2bcTu+455496AINOhe6aR5CoCucAcg/5/rVq4tTHEWi2DGdwI7HrTLCVLW033EiqHbK1LPfRgKFw2/pnjPFAGZE8sJ/0mLELKdhU7twJ/8Ar5p4mKqFGFVCAz46c+n0JqBmaSGGJlJMGQxPTrxx9Ks2cBmeNvmVc5z05APb8qALcihpQ6YSPAG9uB+VNfbJbRNl5mBXjovXH071LJA5V1MfmHOQWanPBI1syO+0YOAtAFNmla+RMeUShHyjgHtzSC3neNiy+WqyM+WPJq3PLCqoisqPwwGKbhrhZR5pcIwGBxnHJoAkt5Itqv0yPkQckCmTbt/mtnJ48oH7w9frUkDRwqQAAuNy/wCFKoyrjI81huIPYUAQiQhds6eWTnbGnQj609buIkrIoVDwuep/Cq8K+aX875FUZHPXHcVYiTzmPnKAygYHqOxoAfBE6uJPX+E/wj2qzUUTMG8uT7w6H1FS0AQ3UcksZSObysggnbmo4bMRxJH5sjbF2gnHSrDsy42pu/Go2acj5VVeR15oAqSWMkYjNp5I2PuIdcZ/EU6eO5lXZNIo3cBI8jP1PXFWSLhkxuRT6gVCyTRI0nDtjknsKAIIYFWJzIqO8Z2oqjgVFLErYEayqAvPJ5PQYq9HEqyBedp+YfWp/KX5P9jp+VAFGG3js7V5J5HUKM72YkiuM8Y3VxPe215JaTi1iiaNpymAWLA5weQvA5x1rt9bjaTTZdnLoBIo9Spzj9KJoINQtYpSATgPG3pkUAeaghhkEEe1LWre6CTcXDaWNuxyHib7pbqSp7VjNL5dybadWhnH8DjH5HoaAJKktrea5lEUEZdz0AqOrmk6hNptx50ODkYZT3FAGvo2kb7KdlnaO5RyBtwM47DP86oXi6kPtW6JmCL8jSxrkn6jOa6PTrrStXK3MkKx3KAgox5/+vV2+t/tVq1pbjYhUjcOgz6UAeb29zDJceVfW+Bt5aIf0IrWfwZDcQG9hkSKIpvRyrRueOhx0ro107SdGgjNx5YUfKmeWdj2/wDrVheItS1C4ZLXZ5Vusn3iDll7flQBiHRtTjRpLe5mKocNuUSAfXof1qBZdXt2J8uGUDqyOUb8jkfrXV6a5vNInso5ERwNx+bDP2xzUV+W0nSzctH9qRj5UsQ5JOOCMUAY0fiXUIV2TwXAXvuiEg/MZqyPGEQH7yO1B/24itZDQ6jM/medFCobIQLuGPc1t6atpDNHa6vCqGTJjnRztfjp7UAR3Hi7T7gASx2Rx3DEVj+K9Us9Y0SWximhjbgoPN4yO1dTqNlpH2VmtLlRIoyAWJz7Vl6esEl1HDLAsgeQKSewzQB5RpnhkT6jJdPbWu0urzM7gkEAD5RnngDpXeLrVtb/ALu2NhCM9oufxya9Jk8O6PbgTLasWB428mqOraRZzSKYnjhkfhT03H0NaRnyoxqUudp3Pn3W/Dc0uoMsMaXUIkaSGZYidhbPXH1Ndl4Mng0/QYdPnt2kuoTlwts2FPr+ldfLbtbzvDcKVbBwa2NA0u31LRJZGgVbnBCP64rM2POobeK81B7q20eOWJI2RprkAAsxBPAznoe3er8fg21s7ePV5bK3S4DAJMDs6t0UZ966C0dYT5EoIVG+5j5eOxqbVhJqVsJ57FljtGRowHyo9/1oAwfFGjyavp0dnPPcQIjblwSQa5PVvDt6NZs4IbpmsvLLSKvDNt28frXqNsryaezSFWQruxu/izzj3qtrmhmPyZrWZluI0Ei5XKnJwVqlJrQ6qWMq0ockXprp6nmy6A+haPe3UaxJKoZ0Z3ACf4/Sn/B17nxhBJeawNlsJPJXYcIW7k469OOa6nX7S61bTZdJvLaK3DcPKj5P1xUPh7S4/DOjrpFnbNLYsMuOjE4H6cfqaTbe5jVqzrS55u7Jtctr3w1ZyQ2IuJbUzESQcOhJPDruzgnvg1zd3pLaxfW1rpuoz2lxEfMnSQ7wQT2J6c9vU13+l30knlREJBbI+8xzLyzenHQVtNpul3xE32SO3ucZSWNgUJ96E7O46NaVGanHc5rSbb+yporm4eW5lUBZC67RtJ6Y+tE2j2o1pta+fzWJVGVSQBnr6+vFXpLhZlljvUZIbWQKiKPmeX0z6e1Wb57W4WKSOOZXUrGUdshSxxkH2NCbQoVZwvyu19CqyywuzSMpO7gHILirpVJ4VKSbiDkjptx7f40+bw/eW7+dDEGA6jOTVcJ5kg2spYnJxxz70jM07PdJYSI+4EEdfYj8uDUVtI1urCL5SSy9ux4NQ2stwrzRyOc+oHQ0m2WQNOdr7vmDHgnoB79qAFt/9JMuxjuP34+vHPI9D3rn9X8TPoVwLW3hV5MbhvXKqD2Pv1rWuriSGNFVZJWlBGFHIA6j8q4vxna3FtfEXUUrLchcMRjA9M1dNJvU9DLKNOtX5amxa07xxLNd/wCkqGRzyApDqD6ev0rurENcMk0S7lZQRjIwD7/lXjWnae1vM32Z5Z2kY4UjJB9q9atLqSDQ7G0eQfPGoYj2GMH8jVVYpbHXnGGo0XF01Zs2r6QQrDtug43AMIhlxnjgn61VMCXUE0qQiBF5EskvJH5VXTzFlKuQpQ7l2Djb04/PP4VNKqtAqtgqw+YZ+WsjxAhgkaOW2jV1LRtgnvnpTfD9o8NtML1kurq0YJHOEyACBkcUkcX2dVWDmQncQvHAz/jUNjcxw6rcQRx3M32iLLRxj7r5xz6cetAGxPdNMwDAMiuSSWBA69qqXzmdVdZC0SrtKhMnPPt0qWCK9tlYz6cdsqkMElGeMkZ/DNWdOtPtNrDdQyFPMw5GeQDzg0AWYGs44RF86kA8lWA9+aWSWGbSyNyMVAB59DU0e3zEt2zuUNuz0YGq72EBR45GzkYCgZxQBW2xqjyRHY2ASPX5uP6U29ut17CsaK8kkZITONxHoelWYtNt8Lc/KvpkdqjbSobqVLho/MMKHyi/Y5oApXDmVVkdVAIxt3ZwM8cD6VLHcWrwxgqx8tshyPT09Ks6SsUULQjy1V1GCDz+I/GoI4rWHzI3LXCjJKjhfXNAFgK8wYWsa7c7gW/iGMf0qSygmS5XfvjBzjBHpVmyk8uCKMQkHb0BHFFzcrE8TyI6Lvxkj1BoAnaLIOZZPzqOGONoA0hY8c5Y0+G5hmH7uRW+hqGRY96xRsyqT83Py/SgCoILcwvgSOzDcoGeAOnNWYoY41LQQSI7fMSCOTj61YnIR42wSMkHAqMInmJ5btsYEDa3f/OaAKx8xDDNIwaMtlgRgKe9KG+1TuUYRhFBOTyev5A0txDJ58awvgKSSWGQDUQMs9yZFiUbFG4A438nj6UAXIdtwVk24VPur70ly5EwC/fAyoAyW9R/KomnMjf6N8shHzBxj/JpqSBV8wKRI3pyT+HegCxGwmkVpfkZT8qZ5B/rVqs2NhNdwvIQJEY4AHGMVpUAFFRTzeUV+Vm3H+EdKejq4ypyKAHU2UKYmDcKQc1HLI8ZJMZZfVahlYyIrSEhTz5fr9aAGCWZypwi7T3BJI9eKkM0jH7wQeoUnP406CRFXc+QzHJODip1dW+6QfpQBAsj7sZEgPYLg/r1rAjuZVjuNMtpGc21zsJbgrGyhgv4btv0FdLLGHA5wR0IrnNXsodP1OHUF3qs8pFwFUlSdpw2ByDkCgBbm31BYUNlG0Mezc21tzE/Q9/pWdJpZvpxZXULs8rFmuGOGwO2P1rd8NXy3Vv5YxtX7hJ5Yev51qzQrKuGH0I6igDznVtHvtPvJVjzdw/ewowyA/zH6/Ws03EasqyB4i33RIhXP516O0UlsJUc+bGEaTcTyT2BpZNMs7gPDcQoUxkjtyTQBxGk2d3fXAWzyCOr5wF9816Asy2trDFI5kcKqlgOvHJNZK6Vb2Nu0NhLPHbZLOiNx789aq/DeaR9PvIJ2LPDdSr8zZIG9sD6YxQAtzp3nzS3Usgu3RGZbh2xs7hVUcDp9TUM1q19qTWKHayAuGxkLnHBrqWtYcNtjUZ5PHBNVILFXuJbpGaMyY5H8WO9AHPz6RLZXEcsiR3DnOcE9Bjvnj8KsrpdrPeW+9iUkt2cbT/EcZx+tamoWW/Y0k0jHeCAq85qmlvdKqW6kJ5DFomxk89QfzoAwtW0prFkAdQDjYjkYYd+R+FZMt9NZ2wmdCRvXy/myAdw6V02sS3VzBEl1p9yZlbaPKXK8kc5+lc5rFpMbyE3cSxIBvRA2SWHGW9+vFAHoGmTWd9bK4hTdgZDKM1maz4d+cXemERSqd2wcAn2qvobvHazSLGR5aJtkZNoII9e9bNheXsykzwKChOTGchx6igCho+uZ/0LUsw3I+XewwG/wrSuraKOAXCRJIYyHIbp7kehou7Oy1W2zJHyeA2MMprCvP7R0hPs0jGe0chUY9QewoAh8UR+dD9pKbCrDAPUqQD+hJrS8Hh3snfaIw2FUjuQOtZerSx3WjtHFIxa1ceZ6Ht+PX9Ki0vUJFsvsqyKjIG2EdRnqfyoAn1jT5v+EmZbUIGlXzFDdDxzWddwyMJLfY0IYgSwk4BOf8avavc3N01nPGTHNn5Oxwen8qLnUIbr9zqkTx3URwHjHLexoAZbwQrAIzIqAMFRCD82COc+9TX7SQ30Jm8sIpBJQkAgE4z+VZGsXU91PGsStFN2OO2OD9elXdNhWaEQ3d6Y7heglXr1/wATQBIqdLxFiEpBaWNj8pU4+UVbtzZzRQxRwKIMndLJPhkYg/KF71VmivoVYRxxXL5yRFIG+vFZV1GwnYSW5EJIYRyDFAE+vaXcWM2Rhtx3Ix+6w9D6Gqtl9qknKW7GJ0Cl1Y4znPA9a1NV1mOTSLaykmRWJJlLYG0A8CqloI44nuEkEm1ckgZ5OB+YFADI2iXWZGnaR1OMMpziTuSO+fXrxVi7t7q7vYYZI2htdytlzgsQ2QAOpGe5xVUAzeZttySRkbTmlMErQCePzZIx8rdflPpQBszXF9p10If7QUbmJIzkAH69KvaZeWt/CrXloiu2fnUYJA7nHSsTS7C1voAJLp1uOmMcNTtQ0+fRrxX3M0DdGBxk+hoAueIbUC4s1sGdbeR8ylDx+NVnWS1aZg0myTKAyKBtUH+XSkstY0+S6CW1w7TbH8wMCU9PlJ64NaEtqwUXsjEsGG6I88E0AYEul75zm4BK4Iw2QAeOO3Wlhsy+bPUGWeMKSFmkyfYj8KmlijMjyQzPGyt8yjoRnpipobVlmtbcrGEYkqx6qD0oGm07oZpOj6PDKZY3WJ9pIbhSDxVp/JugFaIpIgGQSASe5xio7iFbdJpb2PmNisaooJckHAAHUmui0MWc2mxXyhXMibzuA3LnnafQjpRccpym7ydzFaVWlRY0kDqm11c4z/tD6An9Ks2gszBJNKx3dVjx0FXtVhjFqkiKokduOM4XvXOXV1tUrZwGeGLBuJISCFJ7D1oJNSPUHtds3kxKCrb0ByWPbn8v1q1pN5Nd3IiaQRPg7mjj25P45rGknhvrZJYzFtZduVU8EZq/4U8tZlC+YTkqrMeCB3oAv6tbPc31tYvPLJHhpplYgBlAwBwAfvEH8K0LOM29oiRiMRpEAiqCMADiqqbpdYvJ2dVFuiwpnsCAzH8fl/75qxaXaMBCqOzoMNgUANeNJbhnNw0ZGCAMenuKtW6BYwAwb39ahtwqRKGtm3YGeB1p8Dq0jN9wLxtPH40AJBHtcxudxT7megXtU0S7Iwp7VHCfNmMmCAOFBHUetSycRsfY0AY76ZttBNDMyOyDP+HFVJrecTtBGSSqj5cjHHOPxx+hrbdWMcaLkAJnjvjHFVhtumeQLtAOGyORj/JoAmsmjV5NzruGB024GKZqktqyxrJJkCQHCtz0OP1ot41Z43TBzuYk9x0H9Klns7W4IZo1J9V4/lQBm2s8GVhG1Vdvm3cEYHbJrTuJLcWrrvQLtPeqkMFqJ45PKBYKM5B4NWLxlfENusbyHBwegGaAHTTbbcGEBgeMhhxUUUcKyIu8K20t8rfxf5NI8cS3EeRGjEcgLxmpJJoljKyRAsRwFAOaAHI0iy+VKwdGH3qZdSLFuniySowcLxj0quJo22xtEqshHy9zx7Upu5WiaPywAODs/WgB5ubN4/JDsSwzkAgk+uaaJ1yrXKEMMKpxtx7/AI/0qttQu+WwqsduT1IFOW4mYRxzqzxNgjaOT659qANCzEbMSG3sp5YHgmrdZ6SQm5iEKkDcd2OOcelaFABgZzgZqN4lY7lyjeq1JSOwVCx6AZNAFG7uNjCCZsZ+Ysvp9KIm8+UbdrI38X+yP8TVWB5PtMizDazsck+la0QjC/u9uPagB+BUbQxtzsAPqODUlFAEXlyL92Vvo3NYsWragZkka0jltJiTHsyJAoH3iDwc+mc1pa3I0Wmy7DhnxGD3G4gZ/Wp44YoYIl2gCNQq+1AHHeFGW51y4S1mcRwys5ByDtbkDB6dTxXb9qz7nTYnl+0W5EE/UugHzfX1qrNf6lEnyWyzcsPl4OAcE4+tAEt7DcXksyr/AKjAQhG2ux+vYVVRtXiuUjktrOfK7V+chgBnBPGKvWd5FGoik8xG43FlwMn3pj3UP9pRyeZhQjDJQ+3egBs9xeQbftsMK2xcKzxknbnpkeme9YOnSLo3jS6V2KWt+QYzjjzMdPyA/Wumv5ra40+WPzAwdCBjqTVO+sodZ0794FfcoyAec9fwNAGwGUruzxWWL6eFhb+SFCfKGbOCP/1VhQp4itmNtaXgkU5VY7pdxx7MOfzq3Zab4lmJa91kxMc8RxLgfSgDSt9QSQG5uXSMJnanofXJrOXxDpclw8plmiZcfMq7hnvyMg1YTw/b+as+qX1xfFTwsr4T/vkcVsW0lqYsW7ReWvHyEYFAGVHrViwWSPU4pCf+Wb4BI/DkVzvia/j1K8jNuMiJSjEEHnPTiug1LSbeS6e+tGWO7YBQUA+Zc9KxdX0GwXy5JWlMjnko5Vt3qT3xQBNY2+rSaa2nSRDy3j/dsWwUz/MVtWHnWsUaupTCBWBOQWHX6Vymoya/ayRPJJJdRJhUli+9sBz06E+/tUmleJLWGZUkunklmY7g8Tc/hQBrJq97FrEkFzCFyCyhecD8Oo5rI8WaiIrpJ5ncXEissEWTt9zj144q1a62L27k/snSpJJEZo/NkIjJPXaoPOPWp9M0W+u72C+1xbMLbuZFjRSWD8gEk+gNAHMavp+v2GkC6nnijUgusezI5GcN0Of5e9WtOvYbXTReyyIjFOSvPUf3T2/GrfjG5n1OC4mjU/Y4gyIexOOtUtCSH+yrdLuKOS3niVSxXdsOMUASWc0cssUyTNIUkAPQYAJ6Dr3ra1OGxslkvblftMt1nykzgAdyadNo8DtHJHa4U7W4+6RiqmpaTHcSRiO+liKHbtY71/LqPWgCpYLI8VxfuQzArGmV4z1/QCs3Upby6uXVLgRLGSCEbBlf+JQ3UAcdO9buk2EhR4UmM0SuXPpySP5CsfULaCRHgjkIkgaQsq9Mn7p/EGqik3ZkVJOMW0UraySYrDbWsqzSHIkjzvB/3qv2V5rsM02mXDCSWJQ374rhkJwDg9DnrTfDLX6XMLQTOqkgYbkelbF5HJdeIGmuFTZHAkckkY+85bOPrjH50TSTshUpOUbs8Y+IsWsx6xcyNbwSiIAxxpNhCD1Pp611fwma+uLe6V8vb28ihN5OOV+YDtivSbnwtoeqWCxyRJMASQx5YfWpbDTPsUZ0+xWGKPysx7QMEgjOfzqTQwdTuL6zYx2/kFi2SOhY54I9D9Ku6bfTGGSH5Qsm7fkdxjn3PNMksVcN9pjEkqFmyeoP1+tJYQw3MO2OZXkQDYH+UkZ7+tADLmGMoLi1Vo5VOHTkBgO9bNtqMeqaLcQ3GN6Rk5PU4rMaG6CyGdHAycbV6VSuVWC4ZYpMLJHz2xx3/D+dAFbwpb216t7Zs/k3UczNA4XJXOOD6g+lbOlWl463ENxmK5tztMYbO5SAQ4PcE5rnfOm0m9TV4VU+WNsy5zuT1/DrXZXF1FqFtFcwt5N2iZilHKt7H1BoAomzdyskcix3CfOyqu4n0PXGPUUhaKGEXV00cZUCVt3Ct/geR8tN0e6hMNx9s3x30YJf+ELjnr6e9VNPli1a6ttZmCNbKzRwRAfJwSNx9yRx+FAFiWyu7m2TX98u+OTMEOOFU/xfU/oOKuto1zNb/wBoWyCwux+8UBuGPXkDt9as6nNfTTW66bcJHEB+8B4IP0rbgWSSNDIwIwM47mgDmNOj1HWY2fVIBawozLKkT5LEHAx6DufXNbK2rPG8P7pNgwjgAAg9OKsToLSUSqMRyNhx7+tUNU1CO1vo4fKMqSAEhRynvQBn3Ghrc3cn2VWtLiGNcTLws/Yh16H+dZ8F5b+HoBFcR3MNxg+UqAsjH/ex6+tdj+9hUOg8yM9QOtYfiOXzprSNVLKZdzYHQgHGR9aAKLWevQxG+tJPNSVFFwtzIWdyAfnUZAXtxnp+tjQtTmkUzTYjllfaXABXPoy9VqhrFxeMGkxLKypysZwD2/PkVT1S8WSwkmuI2jiFv/rG/duhA/vd+R3oA9DSSYlcxqynqyt2+lQjybmSTdkEHaM8HiuY8IeKoriwjhvJ7csqhRKkgw3APPoatJfpdHNzemGEn91FGhZmB5yxUHrQB0BnaJwrbZB3K9R+FVE1i3uLueyhZTLGmWBb19OxrjvHGpXml6ah0m4ngWZthaYYByDwoPOeOteZw6w0Msc8s8kboWyATlVPXOOpzitI0+Y9TBZZLEwc72R9DLcSK6oYDt2r8wcdT7VQl8lL4TL5sfzv5qI2A/y9x3rD8F6zJqFhtunVpodqq5PUe9be1ZbkspA2NuDDnPH+fzqGrOxwV6MqNR05bosRzWjvL+6KBUDbhwcHjHH0qq1wyHdGjI3TcPr1NSxRp5skbRo6hAGc8bSBnn86i2LbOWkZSCDsA5JwPT8aRkWIjJdyjcQMHqFGceuatGApPGIpCDtJy2Wz0H9azYLgLF88cjSHByO9SWrTLcmW4YosadOec9v0oAiQ3IncShpME9SRkn2HarQHmQvuVc7uue2Mf5+tOkjuFfzHb5WO4lf4aluxviOyVGZvu5680AQL5cbhk2nCgFQ2c4p7I6W7xtbsUcEtIpwSfpUyRLGo3Wq+5SoZbmPPlwSPvx0//XQBTtV3Sb33mDPDZwd3+RUtoW3yI6uCCd0np/n246048gp8whPU4PB+lWS/ky/LHujwEwOueuf1FAEsLIXWNFDFOrY6VZqja7cp5Tn5mJZcf5xV6gApsu3y23Y245+lOJwKgUec+4/6sdB6+9AGbfRXnE6qsgUfKGONvufepLCaWOAKI40OfmYngn8Ku38gjtypbaW+UVBaL5cLSNyznaFxQBcgcyRK5AGeeKfUEduqwCNWZcADINO2zL0ZX+vBoAp6o6tf2MDkBDIXJPQkDgfrWj1FRTwx3MPlzxhgex7VRU31guGBvYFH3hxIo+nRv50AaJwo9h3qKFS0rTnIBACg+lRreQXVsxtZVkJG3APIJ9R2qaQ7IMAc4wKAEiVXVmIB3NxkU3y1kkZdo2qu38/8ipkUIgXsBTLX/V7j1clv8P0xQA2O1hXHyKcDAOOcVRuIZbGd7uzQNE2DLEP4vcehrTZd2cnio5zttzgc4wBQBmPJpd7MtzNJ5bRj5CXKMPU1Fa6nb7NwvZvLAP3owcfjipGtY5RHBNGrZzkMPXqPypkNsFvFhSNViRioA6YoAsfbLCTBmuJCwG7a+Vz+FJBcW4tiltal2K7iAgAOfrV8Rxtcsdo+VQOlLGF+0tgAbVAx9aAMi31LaHeSNoIoF2mIgFmYkYP0/wAapeLWljs4DHCHAfc+4EEZ9+1a11FbG8nWfG51Vlz3A64qzNA1xb+UzoVP8RHOKAOa04SSssHmmKFsbg/8I9Aa1oU02O/jsoYyXHIy2cACota0dri38lZQxdgFL9VA54P4U2G1ntdX89bYLAE2g7jkYHpQBHaWdo94100SxpblV+X5TvcZZsjnOCtJqet2li6pbi6ui2QVV92D/wACqSCON4ryNuQZEfGfWMY/lWNd2Sw3KzFlEbXSKqjkjnv+FAEc2oTav4du5BptzYQJhUSaMKX3HqMcUeEmW68LJYm3Ll1ba2OjKDj+VdBrC58HLjtDH+mK5TwdefZ7K9syzrJAzMqr1I6j8OaALula1qUSJZxPGwAwpkHQelaCXBmiKTJCZJgDvWMA56f/AFq5qNRuDOGUMCVIq5BDfACRVf5ecOcYx3oA07CaILKq+YC7fKdxHygY5P4GsTxBYzyIbq1f7PKjMgkVNu5Rycj+IY//AFitLRpYoJYvtsksSqcBGX5W565p/iNTqGoiyh3C3EfmNtP3yx4H6H9KcXZ3JnHmjY5lb6WMRJ9siKRAfNbRHIGT3JIH612sT28MEcNoodWkU785yx6kn8ayrO3gBNrJcfZQGwqKM4GelQXUktn4itwtnOlpI6o0wGEZiMhvr8uPxpylzO4qcORWN3VpLjT7pvspCoY1RgBwD6+1WdOP2cQTMQoZHDMVxk9ev4Gk1K+hF15Soj/Lh2yM59CKhtpFuC1vPv8AKIOwKM4yOlSWWfPtljIeQ5I6nODnrWdc6XELRZ7iWONYiDG6Jh8DtmtOxKxWvlNbl4xlN+eSPpRIfPSaI27SfKy84ATgD+RoApJqVrqCYsWffGA3y+59Pes7UktL29i8tPId4/nXHXI6+1XrCwWxjKwMfmO6RgeQB71gWtvcXZm8WKXMCz7I4h/FbqNpOO/PzfhQBPqnhq6W5toGuDHbzMyOUALY2n14re0e3t7W2TSWQ+XGAFldfmIHT8cVNc3UOpQ2UEU4DsTIZFP3UCkFh7HI/OpdUhSTy3W4EmSFyGGB6dKAMbxfo0Gp2r+TLcW1yF8oSREAPGSNyvkHKkZqp4E8J6lpdhcRXV/Fc207F0jKdD61oLZ6gNTkaScT2Mny7B1UHr/WutQKqBVACgcYoA557C9jdflLLjaCD07YP+Na2kMxtyjqEZDgp6Ul7ehXa3hBkmC7iq9QP8afGYbmMS28gDDuP5GgCe6UvbyIOSVIH5VDD5bqkiopOME45HtUsM25vLcbZB1Hr7ioblTCWmQZU/fX+tAD0jCjHmMuTwB0qleWbXSu6TurKRtcICdwPH4VYikEkZaJ8A/wv/DSShWaO1ikIPViOwoAwjcBYLyC6sXt7gEkyxxloySBzkDj+fFeS/GG8vri6i0tpZIrEASSbuBKTzjH+Ne8R6dFGXZHkDMoBOc/jXmnxL8MvrF6k1nzcRrtlgcYVwOhHvzQB4pb6pNEJU02ZzOpZfl42kDn8K9w8CreXfhixu4NRTLxlvJcOFz0IDBvb0rgtG+H+sXOqzq1p9mCShdzsMBSoPHryTXo+kae+kxmCzmQRIm0RyL8uR1IPbJoAr6jbrrmkGG4VYp7T5huG5cAnkE9c155aaPrMl3cRLpZZJWLoH4JHTpjoa77UbS+n1XRpGvII4pJW3wxA7mCoTtJPuBXSt5rXEEcNuNyRbDsPzEZ4/LmrjNxPQwuY1MNHlSujI+HludIs5tN1WFEujKhQM28KNoO3J9Mmuy1GKGGFYYUKyMcnYMbq5jVbN9QkaFlZZ4fneRV/wBVj5gSfy4rdN75s8a3CmNiihWIIBPGf8+9S3d3OOrVlVm5y3Ze23LZUNCkWBuYryTjv26VT1CIHDB45MsAvH3R6DHrV2/d/sUbxKGUj5h07Vnhds2X3ICnCnksf6daRmWTO75jW2kQhVGWxxgVLZwjyZW5yf48cn8KsRSNnzNzOucHvj8qkjlEyny1YLyNxGOaAEY+dbhvM2ZAJ4/Sqx+zfK9zjeW3bwMY9Oe3FRX0rK6oCFJJDrnhqp3My7T5bl0PRB1z9KANpQCMxXB/E5/+vVFImguvL3hmCBt3pxj8+tZ8nmSJujuBFk8KX5x9K0raANZRozFpXPJJ5H+RQBZtoZIUBVjJkZbeec1XTzGnTyVZdzs7K/3cDgf0qfy3aN2aaQFBg7TgHAqO1aRY4GP7wlMYHBHqaAJoUTfHuBSRc9O/+NWqiWVGYKeG9GHNS0AMmVnwvRf4qJHEaDA56KBT6ptummO3kAkHnoPagBUV5nDNwMYJBx+VSRKpkG0fJHwPr3pQ5KFVjKkcDPFNMnkrsEMr4H8I60AWKKiFxDjlwp9G4NBuIBn96nHvQBIzBRzxSF0/vD86rsyTTbDIhRQDjPeleSBV+WPzD6IuaAMl7VY/EUVzBdTbpHxJGGGwgKeox7it103Fcnoc4rBkh1D+11ks4rcKA/32Pyk47D6etTvZ6gyma5v7nzR90QABR/wHv+NAGpc58vaOrfL+dSKAoAHSsMLqialaRTX2+N9xAMSgnA7+/Na+ydekob2YUATEgDJ4qGRkZ1/eLgHJGajeNi6hiHc5PP3QB7UyO33I82ctyAAo7E0ASFd16rZBULkY/wA+5pkFu6T726Fi3+f0pI1gZk3RsjtwQQRzUk8RRNySSDB55zxQBJAv7ySTGCW/lxT9qqxfOMjBqFFnZceaAPUDk0rQxIN8jFsd2NAEEUC3Msk0rB1OVVcDgA9aIo5o7hxHOfLA5DDP606Bd0YClUQkkY6kZprMvmGGEOxPys3UD1GaAG7Z5h57FGGTsjK9RQxU2ksTfI+DgOen0NXQvQDoKiu0R1WNlB3Hv2FAGBPAI98aXDJKYF2kEAOykjB/OpdMjlgiuVvVD+cwIKMCQMf41agsovmnaNZMjG1u3zE8fnUosLWScKI9u0c49aAKt35s/h57OO3lMhjwOOPzrgbu1vLe4F5bxlbiMYKsMBx6GvSI99rNJGpUqMZRjjI7EfyqC/d7lTaxQQr5iHLt82B3oA5fRprfVoopZN58sEBBwRg/dx7HNdTb3FvG0zz+ZtcAfMnCjHTFcHZwtYeIzBHNJEl2PMhdhghhww+pwPyNdZ5t4C6zESpMQrtnaeOpB9KAJtdgtrvS5ZI9jyQjcrKOStcnFKEuReXUjJHhUDIvIZTxlvfJ/ICuziClW8uMpE4xjGSCeOfbGK5qK3fzriFriMRLkbW53E54A75IxQBFd3cMmpxSNDErKu1JlY5zjj2rzfXr7UL7xJHFJdXDrFMsjOH4TH3QB67sHj0r0ceFs3phVWSMgPs3HYDW3p/hXw/MEma1RpUPzY4yw9vwreMoJHRl+JeHqTc1o0clolzd3lw11dxxBixLsud20cAnjHOK6ZSoVJ4zlm5A9T2B9sYqCCwjXzZhI5TzGxGeOM45rQsbY3Df6Oqh4G24Yd8ZzUVJRexxwUrty6mvBaOlmP3cJbGVyuMflVe3aS1jZbqUO0pOG/z7Yq+Q5jVTNukPB29Ae9MvI2+zlWhDkYAKjPHeszQyvHdw1r4eNra/JLeSLboR1+Y4J/LNXdG0+O30+3g8sp5Ue1Sp4C9h+VYnjC4SY6OqnDRX6qwP+62DXS6dcM9sqyZ8xR84PGKAObudBjh1J5dPDpC6kSY5UHPO1f4c98VE1jcKRGMHB3AFmwMeo/HNb73BgEjof3RY/KPvZ749qijunUxvNEVjYkDA4AOMGgCnbXNzYf6PcwlXbmJ925SfrVu/1C5hspILYJ9oVDsJPy/TPrVDVIZp1m8qctBAjMN3AyOmK0NPjW+0pLeZRGyjamPvcd6AOdlnJ0JjdTl7vGA2SAVJ+YDHWrGn6pMltHeJGQxIQhTnIA5Zs0zULW6XUjHcwxkIhEJ7GnstuLRLe1jD3Rk6K+VY/wCFAGwNVgvLdLhG+4RvUD5kPqKsWN4L2c+Y2EU/IMY3+5rM0nRVeNX3MrglpG7MxOcD2rbEG4ruRHCDG4cE0AWGt4WHMadc5xzT441jHyqF+lVpryO3aNW3MJMhSOnA9ayfEPieHTJhbxxiWTbuJLYUCgDoqyNdtIyv2gx7mHXHX/OKPDmuRavE+E8uVMblzkYPcVNr99b2OnySzyInynbuIGT+NAJXOZnWdbtmtcTq0YWRAcbgDnIPYjmpI7i22eW+l3JKqSFWPknsSalsVguESa1nSVDGCzowI3A5OMfjU4a8nXzo/ux5VZCcAr60DaadmchrlrDFs1CW8WG6z8ik/JBzwM9ye9bnhfXrUeZJcsRIqKrFVJQn2I61zXxDj0qbRZ4pVlvJrhSyx2p3Nx3xxgY7mj4VaraXHh64sbaJ7aSAZkin4ccfz4p8rtcqNOUouS2R0s2sSNq6r5ckWlX0wMzyRlWB2qFwc8qdvOcYzXUXGs6ZFtXzllJGQsQ3kD14rlobiOZzF5iNHGdpVJAcY/p2/CtbTUiV7iaKOK2iRfugfOQBkmkQajXNne2YNu6ypIf4fY8/yNQXbIbFzGrvGgP4Ac5qpo1lNa6dCwAM7qZmI9WO4/q1S3Ikt4HUuG8zARhzktxjFAFnTrxI4W3o6pu+U4JzxVmGV8IoUorZw7evas9JEZMLc7I1xwEJzx9Kb5gaHE1xiESKMk4BJbgfqKALd5Ej/Ki+YXO1mPY+tLFp8Nr+8UZzjePX3qe6bARYwhJzt56e9QrEZg5VpF2qFw3rQAXAXYYSmCzfOQOi0kMKGcTRMUjC7Uw5/lU8KmaPcOMgKc9cDrSyrD5gBQjbj5xxg/5/nQBGVYWmBM2XO3kA9TzSSItq3yk7mJKt3JPUH2qtcRXENyh3blzlfwq7Ay3EZkLKSwIABzgdKAATFpY42Uht3JHI4HrVuqkCNHcbY8NGoA5PIq3QBBdtIqfIQB3NJGhhgJ43dWJ6Ut1hiqFS2edo70wIxCpO27PAUdPxoAiVZnG97eFmY5yx6DtTbeOYoT5aZ3Hox9frViRE3CNFAbqT6Coooo0PyGRhzls4A/GgBk6XGwLtPJHPmH196fKu+4CGJx8uSFbAPIxUkse1RKsjsFIbGc5FIwfetxkr0UL7EjrQA19v2j57cYZf4sYyKf5jngYUDsoyaluDFtxIyj0z1qOKdmRVEbs+0E5GP50AJZqqyylSx3YbJPNWqpL5qlZgUCk4x1xn/wCvVjExH30H4UAVP9br/qIIBj/ZZjz+gFXpG2DJzjPNZ2mhv7Z1Hc2T+77f7NaMv+rb6GgCOMh7hzkHaABRbnbFhuu9h+poto1Vd+SWYDJNNRpPOlVEGN3UnjoKAFujtaEhSf3nb6GngrNE3UZyOe1VL+5+zvB50qqXcqgA6nHvWNa6jNqkk0MF9BFFE7KfIcO8hB55H3QOn4UAdHbN+7+bHHH5Vj63dh54lhkZgh3HacZOfWs9lZDPDBfXKyAggl94OeoPr3qCz+1yWbRyLGjxNhlDAY77hnsaAOnKNMYwzKGWPLErnk//AKqbHCViVmQNj+NTgn3rlETUp5IZVuQAAcnzhk/MBzip4b3VYWCSy71GCVxu+UH1FAHVQzYLLKdpHOSMZHrVeU/bDFJGxCbhtIOMiql3qUU2m3VynmLtTYPkJwT/APrFcvpLauzp9lvXklBLCLjG315/lQB2kLKtvICQApGfzNWrZVyzjnJPPtWKo1eK4GyGKUYPnoSBnnIx781eS4LbPKEyZzuHDbce3WgA1ONbmYAnCRctjqxPYUgsA0JaEtA7Ace3oas24RmOw7lTrnqWPWqF3eTLc/K23aOmOn1oA5DxTYzYMEEBWa1fzYce/JA9jzWnoupR32nRyIAWHyyqx+6R6+wqpqmoO2p+YxV2O4Ekfwgdvasf7LeW8jajpmd7NiSAg4k9PxoA7SBykq7GJRjz+feszXI0F4YY1TL4zkZwdx6e/wDjVbStXivbfELCK4j4eFxhlPpT5dQU6juaRUkjx5i8nGcH+lAG9pDSsJFUbsBfvtyOK0Im2WLzSR7CFOR6+lYsV41tODHHuEkWCzHAO3jjFWJJ9Rn094/JiYPKEjQ5UlQc5P4CgDMvJ47GJ5JVQquVUL6/1rO03xDewedJb26NJKMsG4xt9voRW3Zaat3bS/b4ZECvmIghgpHU8d6zm0u2hvJWmuJJXd97ALgqqoB+vFaR5bamFRVOZcux0mkzB4/tG0EYGcdcnrWm0qCFpMghRk1R0YW62f2cKUI5YPgEk98VLPHAUkiSQqW+8F5rM3OX8cRFdKjvmX94s0U7EdlDDP5A1vaUTeW63Jf5WCkoO5Ax1/AUmpKt9p7RvCCNpVgxAVhjBHNc54XvJtH1BdG1AFo9u+1lJ++mf5jofzoA6Sa2mglN8CrkA+Ym0DcvYfhVO4uruV0jlVYkYgkdR6j9K3pAuMt90jmsQ20lzqI+zsvlw/KTu6A8jj8aAMfVdQLTyWEOxd37sv04zTdNu7qxR1hcPGQDvRdzAY6H0xzWxLY6fHOILyNPmJPmFev41FeaDZQRmS2vngyM43ZyKAK41aO7ja3nRJlbjMh2tn/PpTbKJYdVRZWeJFVl27Ovr8wrK0+W6kun8iFbtouTlQT7GryXV1qd19lQeROrD5XOAPXPfmgDZnv7U3CW8M4ggI5YH7/sB/M1JqGorZ2wY4kOMRqg4B9xVC80qaG22yXcTTPlUUx8AE9vTHXNFna39vc+RfqksUnCMp6GgCv4ona7gsY1kVBgNI2MKM+tcL4m8JnVLW6uLidZVcYaHPD9+Oma9N1DQ4bu3OyR9yKRkDg1jXtjdJpEfyiXZnPyFWHbvQBzvgDTbrTLkIt1Ms0wVApc7VGM4xTvitdapDc21sx+0wKucsnAY/St60n+xplFizGvzuT8wc9APp/jRGkd9P5V1Ov7xvndxlT7e1VF2dzpwlf6vVVS17HAeBXvm1RXWOSMbCHMUh8tSeAcH6V6FqdvPdWs09lfeQ7RhTHs+ViDycCmWi2kLXA07ylUzgbUXOVAwP8A0L9KvpHKzKRE+4HG1B2IOT+GaJy5ncrG4lYmq6iVjjYNPhka7dZmNwZWErvhdmOFUAD+6BjNeS+MtYv/AA5rck2k3U67m8mREXHDA7snuOn0r0bx5Fe/2rcfZHnRmRWCqdolGOpz37A+1T/CXw5baiLyTUrY3jRnCvcANweq1Ti+W5tPLpQwyxF9zzfwldak+tQTWzmKRpV2Yb5mBAJyO3Oa99YO0EpfdIdhUlT7VnQ+EdN0vUJrzTrGEEHAVhn64/8ArVchykhjVfIP8SliM59DWZ5xpeH5JjBeQ+fPst3Cx72yQu0cZ64zmnPCUkguGuJA4zu3MWVc55xVWKLVJLuSa2lT51HmxSptDBe+4dD+dTWsjzEW9zGba4c7hHN911HdWHXH9RxQBft4pJC8cN4zADqM+n1pl3Zw31obcPuXcrSBRg4BHGevatHT8Zl6HBA3DkHinxwvFM8ipGd3pwcUAMgt4GU4YFz94g/pUFytxZj9zICnLNuq38mfmt2X3UA/yqP9zJcpFk4wWKtnn8D+NACWkkm1UjAIx1Y8ipZmwCsk8aZHIx1qNIFW48teUyW6/d9qsNDEVICJntkZoAoYD3fkTs7xY+VjwCfSp4bWxjYRxxKOvr+VOkVEMML/ADDnk0xvleIQuWQN3HA7daAGqsSX6BAqknuvPTsa0KqeY7zxBosAOeQc84q3QBnaxJLG0LRMQRknnGRVIzyLcrcxsSWG4puyOnT860dX80wqI4w/PIIrLns7kTG8do44oxkqp5HHcdOOKANCGSQqFmQqz5YgdSOw9qlwWVZm5UcGPsB/iKrWrmKEyRzC5Y4YYz8wNSO17gywxwAH7wLlvxxigC1HhJCoxsYZX0pjkLDLESMBSV+lVlWbaqzSRykOGXyxgKD2NWZ7VWRzuxwewoAkhVfNl4GcjnFNmkWO6TcfvIQB6nj/AOvSRr5ZjfcWLgA5+lUL+NJpHlyPNUNjnoAcUALeanHb28kRhldlz0XgD1qrdaleOwaFjEhj6bcndzmqscU5u1SFmUOvzM/AOR096jvrZIr5bWORZXKhj83t3H54+tAFzw9eTtdXyzpiXeuXboVxxWyXkYEZP4JXNaNPNZ6rNHcW9xsu3QROjrtXCHg5Oex7Vsi8XyQGa43lVztIJ5oAkXVLWIiEuWYcc8VGNXt0unVgcEDByMdxWXf2ckUkbiKYpjg8Fv8A9feqiKs2Vzh4yVEZHUE5PNAD7u6g1e4E97DDLZozGGOTlQVyAxHck0aIujtpAs5mtBLEXVg3DKwY5I9M9fxqhoqW7TPaXLbBCSoj77eqnB9ag1fSLqdzd6Wscd47DzN65jZcdxwc+9AFnRpLmOWSzd2k8lg6uwyzKdwyfp/Suc8a397Hq89nbXDqk8UXmOvHIB+X9R+dammRapczyyxfZ7VPKEO8ZfzCAxyuQMAE+/Snap4Ne50qC5tpHMsSkMrN8zk9eveqhbm1O3L5U44iLqbHA2V88NwVjuZvNiYq5BPfkV3+i3MepaTHcDcsu0+byeDXKp4d1H7bs+wzW5LYYyDaOnUmvTNH0WG20+ztvOII3b8N1P0rWq1Y9XOqlGUIqLvL9DN2vNaXMceSxRVI3Ha2CCTiuZna4sdSit4Q2HO4eQjcEfzr0YWFv5oK+Z5gBAaM7utOgsmWTbtBEY4dwN+T647VgfOlG3n1Cx8ONfO5ursoTyD68cfSud0/V9UvtXS8W6aAA/PFtyrKOorsp7HUGAH2qJ1GeCuMflWNBpFvazReSAolm2SFckjqePxoAutqU011/otysbALvVkyGz059cVDf7rmaR5A2dm0iP1qa70VVSZraV1cMM9PmXAyORS3NuLNE23Dh35fdxweM0Ac3cW8hkV2WQl+X3dF56D0rT0kC/lLOB5SxkhF45I2gfWp5bk+Q0k6jZEPmYrnP48GuPufF+n2l1O9iCQVLKcEc+x+vPNADvEP9nHVrmGGQwyW4A82PO4Yxwce/rVeCe+Z/tbCO/jwFLq+CRzwQa0tJt7H+zvtdncBxdRgmRnBDPjkkj161m6bFHY6ybcOGhmjDTOCBGnX5sn8RQBpwazYzOgvDeQSDKxh/uKD2FdRpOrWioha7jlxux82duT1z+H61zmmW0a34iRfMilJ2ucFMkcVHq2hQiYTDTgqPnGz5RkfjQBu6pr8dgXi+12xhY7gVkywPcYqOTxJo8kGy1gmuX5ZmEJIYgZIJ79KTQtKskhP/EnhWU8qzrux+Wf6Vtro8Qg3DfHgk47NkYPHagDm9M1/SsouqWxtiW4aW3wPbDV0Au9sUT2kvnWTHLOOSo/qKWXTjJbyxPGkqAcdwfqD1rm0sNT0dprrSJIxHuGbZsmKQZ5xn7rUAdcmn29xcG8SQMjJhFAG0eprmPHKG3jhlJUtaTJIhA6AnDA/UH9K1tD1S0ubVdQtC0Ue7ZdQMOYm9cduar+PJba50C6SEh5CrcqvHAz1oA27W6H2WNvlWFQFdmP6VUkvhBfCZY8QlSucYJb3HfpVbTz9uigFsc/IrNk/KOBzituOzi8sowLtjBZuTQBDpiFozNPhpXJK7jkgelZeq2bpCZ2SJbiQYIB+VB7e9bEClRvQl5TwxNTiONxlhuPuKAMLwvb2aGVTDGszENj1+laV3EiF1WNFaXCrt4JPr+FJLaxefJ5rCIcNGwONvrUSM0OpJ9sAYtnZIv3fy7UAXYLWNS0jO0kjLtLMe3t6VS1KE4SF8+QXGDn7tapAPIqG5jM8RXHK8/U0ARac0ig20wG6MDaw6MvrVbWL1baVVO2TcRtTPU+maZcR7SNkjQbeu7OMdwGHSqwsVuL1LpoZFCH5RgkHHcdMUABhsdQ3rEnlsrFWBGMNjp71l32mPHbSLC+0Z+ZlP3vatyW30/zC0zzF2IyCCOTxVa6tbLyXUMJIgwJTzOGGc5/A0AZdtpJtZ5Hi8zZjH7vgMOp/HrV+ITRwllaUyHKgsOhPrU9pdLDp/wBomhRI3OIvLPAHo2e9QTTx3MssqybVRF/djjJzQBHrFhaXVlm4iVmVdgKjnPoDWtodl9m0+OGGCK2QjkKuCT601LVQLPy1G4ZkZc8c8n+lW7W8EzyE5CK20fKePXnpTuW6k3HlvoO+xqqEbzz196yNVhRJURY9wiBk244Pb8etb6yRsPlZW+hqjcRrdSbFOJI/mzjv2H0pEGZaRTreCJY5onEYkO1vlwe2ParGprFcweTqCyRbDlJ4WKuh6cEcjI4rRs3E00km3aVAQg9Qep/pU08EcyFZFyDQBhJDHYXsMlp9ontniKypu3lm7M2e/vWtZSRXdkZIVaPdkFc4KkdqqurSnyZYcNu6jg7QevFV9DnWOW8t2lEU8kzuiSKRxnAIz14A6GgC3C1wZjCsjlEOGLckcetMiXy3d9jFpDiNz1VeB/XNVJb6clomBRi3LquQ/tjtWhJLIIY5cRybUKuAcYzjt+FAFuSNfL+VTnOfl4NRFn3p8wO052sMHpUyZFsm5thCjJ9Kpanc+XabonR2yQcjOfpQBJ5gnaVTGxbjHHH+c1KRPIijYqYIJyfSqemRbLZZDFOrMOobdxVppFUgebMD6FM/0oAWCOTfuaQEKx429atVChVEQKwbJ6+tTUAZ+s3P2drfCBy77eRwKi3xOptVULMwwGU8HPWreorAyKs23Ofk3dCfSmQ28DKWt0Eeevy8GgCHTYRaottFMxCqAiuOQBxipyWZ28vMZH326g/T3qjJKqXBgkkZZQC2SCSwB6fT3q8kskkLeTGqgDgMevFACQjaIYQOwZj6mrUxAjbJA4qnEztcL5cbAFPlL8YqeRFVd0uZGPA4/kKAFP8AqYD2yv8AKqcu5L8/umKbuCMYGQc/rVhJBJBHGgZmGN3HTHrSzIjSOJDtG1WBzjBBP/1qAKeohjZxs2MLyADyRWXKNtyHVvLAfgA5LAryPzNasMM3lzR+UGXnaxP3h6VSitZpM7Y2LL8pyccE9R9P6UAVTENQfy7mByiyAKGGQ3Yn9an0K8s7C2S1lmCSJK8JDKR8ochcn1wAfxpXje3QqSYxg8hvut7+9K9kbqKLzl8wTD95nsw+nH1oA35ZoYYzJIwVfWq0NrbzTG88oZkAINZsjvZRCJy0tqWwDjc0J/8AZl/UVf0q8t3tIf3gXcMoC2cr2we4xQBQ1TRYbmcgAxP1SaPh1yeQT3FY17pF0gkFzfXDxqp3LkBW9BkDNdnccASDqpH5Z5qhr3k+SsbMoaRgoBoAwdOd0aOKHasAyChGQvHWtXTXeFvnSSTJI3D7qnHpS3dvAtk9vHC6SMAC3T8M1H4ZukMbw8SyrgkKQMEjnqaALF3G3mqZmEgOMEdqrSW7pIvAXChzx932rQfCzh3jKLnAU85bsf51BeB5A0YhL5Y733Y28dvXvQBegdpEDRyIeAduOlJI0kbneq7ZOMk8ZrOa5h0yxgeaZ9qt5TFF3FTgnP0wMmrMN1BeyOqzLcRxEAmMZwxHt7UASSebtZfMDhV7cDPpVGSOKPVUEQPmq29yfu5IxwO1XpI4mCwo0g3nnqOKSaNYxFAhO7Od3fHvQBKPNa6ZTsXKA+ueT/8AWrE8WzeS9vBGwN1LuCM/RRx82PY4qbVJZjcJNBPkqrAYOOMgHp/niuY1GSabXbf7RDIvnRNEki8gEZOef88UAVtW0v7XYzJ9puWd4wQ5mK8/QYHHNeFeMm17SNTjtw1z9nl/dMMYCsDwd3fORX0ayLp9ttkjkK8qWdScdzXmnxiljuNPgtHhaVpirQxRABmOfX2Az9KqKu7HRhsO8RUUE7GF8Nr69l1GPTY7o20Ukf7yJxuAIGeOfxrW1LW9G12OXw9FqkTX0kwR5FfDjIK4H0zn8KwND0jV2tbiDSUjtZnjydymQpjqCSaoSfD/AE/Rb+18QX9xcWlz/rGyfkmPOdvpx2PTGarkaYYrCzpVvYRd5PY9zisYPDugxtFLLPLGyxrvIwzHvW098X8u0u1eMZDMRzvUc8fjxXz74s8YXF3erHDFNJDDKPLhMuM++eleq/CnUJr7Tbk3ZaRLWQGNic89Sn4YB9qhxa3JrYerQajUVjuU1yETLClvKZSPljPBP50661thAqtYXMcjuF5AIAzyTjtXNxyxSag+sv8AvVj4RSepqS81WTUtStpBD5aoQuF5zzzSMTstLlEtueOVYqff3qWe2hlB3xg54JqK0QPArKSr+oqHVr6Wysnbyw8xISIdndjgD25NAHJX9tN4f8WRz6fH58V1Gxmt1OSUHf61qRvZ6loczwZeFlKBO8XXIxWrp+jxwws1y/n3bks8+MHOe3oBWZqGnXNjdPfWIRZWH72M8R3I9D/df36GgCH4cXKHR2imZfMt28onvgcCuqlVsZU49fpXnDXA03UZr+1WRbaT/j8hYfPbMP4mHp6n8a66x1P7XZbhIHCgZw/zE4oA0kdIZcLkoeWx/CascN8yEf41Ws5ImASFgzAZYf4+9TeWM5jJR/Tt+IoASdBPBJGcZZSvI6VSeJ4dsKlZSo+VWHOKs+cZHMUeBMv3vQVNAiry3MncmgDO+0+QdsscsRwMbTkVajuV/wCWvyNjhj0NWmRG+8oPGOlZ2pW8iW58k/IOqH09qAJ42SdszIV/uoRwferYx2qhZyMcGFS6MvILcIR2p4E/mmQsmzONijkfQ0AN1FQZo2BG5fmUbc8+v1rPdfst6ZPJaVDGVc8YH0rWliimZJJV3bQdrfWoVtY5f9WzrGO4P3j60AZK2sBjVpYZfK3cQdl5z/8AXNDWiCLzZLKNldvkVcggdjWpJDJGoLsjc4CY/TP86asrXJ8kRyBif3jgYAHoDQBlafNJDLLszgI+NxPygkY+tamixtZ26xSvv8xiwbtk9qS/tJvOWSEII0Tbt25Lf/qqpcXEyRqPkuMEMvl8NkHOCO3SgDeeNH+8in8KqratbzNNEzMG+8hPWn6dcGe2R3I8wjLKP4T6fhUl1J5cEjdwpx9aAKscJaM3Ue7e7bsZ4Ydv0q1bzLKpwCpBwQeop8S7IkX0AFRywqz71JRx/EP60ARXaOHE8bfMPlweh5rL8Q4lt41khOY5Udyv39oOcqf88ZrYK7fJi64/XAp8kMb5LqG5zzzQBQje3lgWaEJIkpwHUc+9S3UEMi+YuC+Aq/0qrc2U1nJJf2IBIyz24+7IO+PRqLC8S+ulSSGSznVS4jcglgccgjg4B59M0AXDB51vtSaSM9Dzn+dUZtPdGLyL5nPy7cZznqa0PLmSXzFIbPUDvUokz95HB9xQBUt77BeGZo0kUcAnHHvUtnMLhTcbk2jK8H3/AP1VDdNZyTJCwVi5LMSPSojBAgEcM/lxgZx6n8KALcUW+6MwGEHI9zVuqNtNcCSOMhZUPHmD5cfgetXqAIbtWZRsXLg5U+lRR5kldUYxj+Ie/tVumSRq4OeD6jrQBRu7SJsyRkhxwxzzioYozaxtHbytIr/Kobn68+nWpbqby51hZgsuMhugb2NWliiS1ZQQRtO4+tADI5Qj75l8vICrzxTbq6iymxt+07vl5z2A/M0q26PEPtCjc+BtB4FQ3KRRzLgJGIvn+U/hgj8/yoAfabo5ZIlhOT8249yetTGH96JpmDAKcjsOlRXNxtnj8p4vmU5ZjxToxNM8hLqIyAOF6n8aAHSXkMdz5LZ6A5A6fWldPLmNwuSCoDD29ao3kbwSHzdjxyYXcTz+NOsy/ntbyTyONvyEAqOO3PegCeM5a4Z0RvnXbx1z0qOaMpC5+YgS/wAPH8IHH40y2gEd7ISr5kZeS2cADOPSp1aRoJWHCbzjjPGTk0ANmSIoqsv7jcGz6f5NUbuwaBt1ugaNvm2Lxg+qeh9uhp8Nyv2jKsuWODvzg46EdqvNLHFbiOZWGB1Azk+2KAGafK11pJPm+Y+CuSMEEdiPWnTpHNMjSIhjMeQxqpO/2CaO+UboZfluVH8Po/4d/bntVyWNZIRDwRndG2eCOuKAKc5+VAq5x3zk4/pVPTIX/tPcoCjgnpn/ADzWuq/ad8JUxKmMgY+b/wCtVPVrMxm3+yKQ/mf39ufzoA2HVXXawyKy9aaO0tWEZcyyttjjDfeb/Iqe4untYI4cefdycRoO59T6AdzVLT48CVrlllufNzvK4Oc4OPQUAZNvpcsJjZbx4ys6TSqU3CSQjaevQEH+VakgXT5Hu7OOOOMANPDGoAZR1YehH61fWHyLobdzx7PmXAODxj69DTXaNtyMgzKC3+FAD5pYy7s27BjUow/GsyZ5pJZVgkC5Ta7nlgfaopHk0820UczGzm/dfvR80XGQPcHGPb+VwW+9d1u/z8fKoDD6kmgDMeCUBB5jSP1ZtwGQBio72CC8TybkMm07ldHO5W7EVbvbeMt5MsbF2Q5UuqkDPXiq2lWPmah5ck4jCjp13H8aAKN3HfSRJa4hlCNsMkjNuJ5x/KqOoaTbprKQ6vEs7i0BiCKAEyx3YPrwK7OZLWweQtGzOR8nGc9z/WsDWo5NQcXcf7uWL/V7vusuMFT9f0oKjJxfNF2Zh6fZRwxvBHD5TO3Qdk/2j3NY3xJtH1zS7WxskVo7eSOPz9mcSFtpXHpgkZrqtQvra30wsLO9iunOGTyi6t24YcdBWP4d01m0qPUb2YQx/dS3Zh87c5dj2IyRind3uUqs1UVS/vdziNF+Hd1cajtu/LkwRIc9DgdMivQ9L0n5BDpGbBbaYrLA/wB6RyOTnv8A/qq9aTx2kbwRyh0kUNuVhvX0zj+lXtIkSbVZ9UtZEZlgjSePrucbst9Qu2nKTkbYrGVMVJOfQ0dH0u1t7V7W5tt0jgGTjIz7Vo6baafYxtHAoXLZO4c1YgMNzbhlO5T371nahezWsjJax/ahEN9xu/gX0GOre3oPpmTlNO3KiR1UgjqMVQ8SyRjTzC6kmRlAOCdnI+fjpjrR/aVtDHJckq0arkmI7s+2Ouags9YMltJLNpeoxzlmHkmHJIBwMHpg9evegDXtJIZIV8mZZVAA3Bs5p0sSSjEi7h6VnaLCWmm1B4DbtLhRFxlVHrjjNaMr7F3YyM8+1AGFrOiafNmW4SXLjZ5kbYfHofUfWsW38Jy2KNcaFq0soX7tvNgj6A9q62WL7VLlv9UOBg9ayrm3uLVtwkaP3X2/nQBBoGpI4kcqIZwds6sOVIrf8z7QoZDtX+/0z9K5bW7eWaIa7ZxMLiEbbqIDl1H8QHcj9RVWXVJLgxpbTO0DLkbuhOPagDsh5TD92wVl6N2NSrIrna3ySDtXI6VrKxFYZAI2ZsE4zz/nvXTWsy3KNujJCnGfT8aALMcuXMbja/b3HtVe9nZp1tISPMbknGcD1rK1LzIr6MfM4VS0ZDfc9T71BoC3F3ql1dLOVAbBO3g8dKANVbNQzjkMx+UIxHA7miSP7DLHI0u8E7QrHpn0qe3njQymZgrqfmPbGO1QRWxvp3urgMqkbY0/ur6/U0AaMQHlKD6UjMsSk8bR29KoM32iJLY7t6Eh2BIxj/GmahC/mRXEMhYA/cH8ZoAtbmaQNgGRuAp/gHrVmKNY12j8T61UsmUqyru83ILlh0J5x+FWV3oQM59KAJTVC8igtYxPHGqbDk4HUd6vKwaq2opJMggQHa+d7eg//XQBz0N79huUSUSEl28uFPvOT6j+tF3capPrCqIIyiOpMQk59+enaqN9Ndpq88sy4aJliDgA5UL29CSTV3TpxJdM8UmSiFtpXBYdT2oA6Oyu0udyhWjkQ4eNhytWAoBJ9ax4pWN5Y3AQxtKXjK9ygGRn8s1s0ANK/vA/oMU6iigBk52xMfY1jNp6zv8AZZXaNUw0TqcNn2Pb+ta9x91V/vMKdJGrrgj8fSgDPsr1oXjs72MxSklVf+CQ+x9farzTxDPzg/SsYWpXVZ47li8si5tXb7oUdRj+9VptlrBPySTCXGT065H50ARRavCx+1NaXS25yol8vI4OCeOa04Li2uIfNhljkj9VOarWLR2umQJKQoSAM5PQcck1n6RGtxd3F00DW7zH5FXgKi9Nw7sc5P1A7UAatoB5rsQR3QHsKtVWDOtwm9euV3Doas0ANkkVMbs8+gzTPOX+FXb8KlNRSTKPlX529BQBSliMt4jsqq+Sw3c8Cm28cwXy5IQ64xuQ7f0q3Ghklk83a3QdOlRK32VWcsTHvK4J6HPH+FABN5yENhtgOck521JC24FlTzN3JboPwpDvYkyxO391B0qRJGWIFrdkGcYBBwPXigDPlh8y7VDGAg6ZPQ1chRB+7kXbJjqD1FPRY5JXxgrgdPek2rvEcw3Efcb1/wDr0AJNbq80SyMzKCWAPqKWS3kkkDPKNqnKgLgj8aYFLToFlkQjOQSD/OnywyswImXcPVe350AR3EYZLgbyCq5yOucU5A0cAhnJIxjeoxxUF2jeW6CFGyAGYE5weKljt2WQorsyhQdrsT1z3/CgCvcaZC8ZYzyug5EZYFTjtVnbEATC8QDjnJpjRxxMW8jbjqp5De/tVuLynQMgUj2FAGeI41uBsR5CoB6cc5B/Q1BBKtjdpp8yutvMf9FY/wAJ/u/4Vq3BEZWTgAHB+hqpe28V7GWuJNka/wCrxwQf72aAJRNDa2zyzNtEYwxPXGeKxmddU1V5IXlj8uMCJ3QgI/OQQevamajdSzW8YnjJezkE0vUefEv8S+vJB9sVtSvGYY50wY3ULkdAD0NAEGn2s1nKXuJfPldVDzlcZ/2QOw/xp19G8TrIgZ0J55+6c9auDbNbhSxHTODzmqn2eVpTGlxKEVuM4wvHagAuP9ZnM0iEjJTsegqvZNa29+9k7TNMV8wOc8LnHWro/wBFVY1KglTgE8BqgsZN1w7SRx52Fc55PPT/ACaAKPiWGV9KRo5gFt5XmdWXO9VzgfmR+VaFlDAsMcMDBh97dnkCqt80S2dxNKFWIAqYmYcep/PtVPRUuI9LhV2ZXxmMLkYXsD646UAS+IrOOa/t383DBCrDuR25/GohasUYwGT7+VcZ+UY71eglaTUjA0SFYU3g9WJb1qyt+5TKWUh5KkZA5/GgDN1lH+zR3EV0GmD7Qf4SPQ1lC4d4kUh1Kk7snIHNdHfWVvIoZ7dmLciMN0Pf2qhd2SwRpHbxrGjHEpdt2M9uOlAGTdPOLd5Ln97Cqngdcjn+tZ8mkTxWdtqskMc5nQtLbucKpPdR0zjr71s30tvNprW5RYwyYUIQOvTtmqyTPcaWsiIXYusTJn5Yz347cDpQBhz21xezebp9qLZFJUy8AKcd8dee3vVvwqzW6M8R/fee3nYx8zjg4H4dPStaPULexjaKOLcrAsHOMJ+FU9BRlja4jjGZpDKzj5TgnA4J9KAN6zu5pkdbEhJWBA3jgNVzS7mC1RbW4je2nY5YydJGPU7uhqGzms4IGjnBjldsjjn14q2s8d5G1vNEr5XJLj5SvrQAl7Y2Ju0uZLdDIvzAqvJI6fWraGfAkDK6kfdxj9ay9HciR4vMeaKN8QzN0Zf7o9cetab7o5NkQzv6j+770AKDuYtEcP8AxKaHl8zEQBVz1B7CpIY9gyTuY9WPemzmIkB2w3YjqKAEQfZ8L/yy7f7NJqChrRwV3ccCkiE0kXzSIRyPu/8A16bFGVfy5ZHfHK5PBH/1qAM24W8tnFxChbbgEEdVzyD+FcvrFtDYaiklup+xXYMkQH8D/wASj+ePrXoMpZV3Bdy9x3rmPEloslnNFb8+WftEHHAccso+ozQBy96kkkrIp8tyeDiu00jVVW1W3MLmWNfnH04J/Ose5hi1LTor6PESmPOPfvj/AApfDQka5uVziZxsHop7tQBtahYrqFp9q3lWUEovYDB4+tP0+wlsYljWTDOMn0z3q4YVt9PW2yXJXbnuTjk0K4u4i0bAbSNpB7igClOk15qUFso2W8ADyhh1bsK1Q4R/L5OB19Kjj8u4iDrlX9e4NNSQwnyXxvbo56N70ANuLeN5Mr8p6uwOOKheyDjzIy0ZH3cE9KnC5Py8x56f3j6/SrUf3fWgDHgS7tzbxyTAh3wxxyfb8qvXL3HngRoNi8k+tSXlss4U7irIdyMOxqhbl5pGt7ieVpOcEHaMevFAF9JopOA21wcYPBqZGDKfUdayoUYROrsJJEl2oT6/X8auXSOsHy9P+WnqV70AULmOSK6fVY4vNjkXZJEByQPusPf+mKo32pWdvNbzIr+YGLOogbd0Ix06da6HiSRVXBRQDx09qi1KBLhUjJ2sW4YdQO/6cfjQBjeHPOutUluphtjwTAh6qCep/CulrEiiawdmTLBWCLz/AAHp+RrZRgw4OaAHUUUUARP81wi+gJqWqatI2oPtT5AACxNWyQBQBU1W0N1bgxv5c8Z3xP6Njv7VhC21XU7QW73UEUb5WRhFhnHQla6DULkW9uZAAzE4Vf7x9KwRqdvp6R2beZe38jEJDAckcE4HYYGaAJryGWfURaGQSLEokkXGC5/hHuO5rVtIY3jDY29cKD93PJ/GsBZ/EGoXtsk/h97FFkDG5e4jZlUdsKc89PxrcaJo5A3lZZ+ZJFJ/L1oAsFMMmHJG7oeanqlHFAtwrxtyT938+au0ANkRXxuzj60KqqMKoH0okJGMUzc3rQFxYVK7i3BLE1BJbtK0qOv7vqv1I61Nub1o3N607CuNh85fldSw4waezN2jbNJub1o3N60WC5Xh+1pIzeQmGxnDd/WrJUyJh1Kn60m5vWjc3rRYLjY4384O68gYyO9O2t5jybc8AKKNzetG5vWiwXGGFmVVbnLbnNKYXQs0bnJHRuadub1o3N60WC4I0nAkjHuQeKjNufOZo2MakDhehPOak3N60bm9aLBcTyFbiTMn+8cimzW4b5UGwEcsOtP3N60bm9aLBcz9Ss51iiezTzJIWDIrNjIJwyn2K5/HFGnWM8Omx2kgVQpZsA5ABYkKPYAgfhWhub1o3N60WC5VltJJpA+4xcc47mnWsN0h/eSnnr3qxub1o3N60WC5EkEokfMmQepKjmqkdjL55ZkBG4dewz2FaG5vWjc3rRYLlK6s5Lm7xJGgtogGRf8Ano/qfYelSR2Zi3eWT97PPNWdzetG5vWiwXMMQ64urSTCGBoC52ndhsYAz+n61fdLwzj92cdcqRj0q7ub1o3N60WC5myaZcTXvnG7mjj7pnP4UHTJWiaPzW2F92xuf1rS3N60bm9aLBcwW0e6O4Kq5AwrM3vnOKq6l4dumkjktXeN3JafY3yscY5H0rqNzetG5vWiwXOXGh6mrxxsyTIh4DAKuPcd61RpsvmIzLGfKwEVRgHocmtPc3rRub1osFys6zyEtJEpMbgpx1+lZstjfXjpHLCIIIW7NzMMcA+gya29zetG5vWiwXGPFutQqxhSoG1R0FSQpsQcfMfvE+tJub1o3N60WC4snmE7U4HdjTUgVGLKTk/ez3pdzetG5vWiwXFgTy1K4wNxx9KWVN646Ecg+hpu5vWjc3rRYLgfNKBQoDHqewpskC+SqqgJB4/rTtzetG5vWiwXMDR9LvrG7ubYIPsfmF4WJzgHnGKWz0W5j1ETtiNQ5J2nqO1b25vWjc3rRYLieVmXfkjAwBUFjC8Msi+UVizlee561Y3N60bm9aLBcR4ed0eAfTsax47DUJdTlnuGxC3ATdngVs7m9aNzetFguRxRyRAbfmXpg9R9KnZc8jg0zc3rRub1osFx67v4hVS9tnaRZbdQJAck56+1WNzetG5vWiwXKUFvcrLbsw+VGdnHqSeDWgc8/L2pm5vWjc3rRYLiWkRhj2468/TPao57UXDnzdwAI24OMVLub1o3N60WC5VvobhpfMjRWCgAKT97PWpLOOaE7GGY8fL6g1Nub1o3N60WC5LTZCwA2jJyPypm5vWjc3rRYLjbSJk3u4+d2JPPbtUrdCQuTimbm9aNzetFguc5qNjrd1MtvARBAzMzSEglAfT3qbSdH+xSs1vYxRug4nl+eRj3Oe1bu5vWjc3rRYLjLY3Odlwqn0deh/CrFRbm9aNzetFguRzRTNeQsu3y1yWz1qzUas2RzUlIZ//Z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19112"/>
            <a:ext cx="1066800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43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r>
              <a:rPr lang="de-DE" sz="3200" dirty="0" smtClean="0"/>
              <a:t>Simulation zum Ausb</a:t>
            </a:r>
            <a:r>
              <a:rPr lang="de-DE" sz="3200" i="1" dirty="0" smtClean="0"/>
              <a:t>au bidirektionaler </a:t>
            </a:r>
            <a:r>
              <a:rPr lang="de-DE" sz="3200" dirty="0" smtClean="0"/>
              <a:t>Ladeinfrastruktur</a:t>
            </a:r>
            <a:endParaRPr lang="de-DE" sz="3200" dirty="0"/>
          </a:p>
        </p:txBody>
      </p:sp>
      <p:sp>
        <p:nvSpPr>
          <p:cNvPr id="11" name="Textfeld 10"/>
          <p:cNvSpPr txBox="1"/>
          <p:nvPr/>
        </p:nvSpPr>
        <p:spPr>
          <a:xfrm>
            <a:off x="171614" y="5509823"/>
            <a:ext cx="18049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Weitere Ziele: </a:t>
            </a:r>
            <a:r>
              <a:rPr lang="de-DE" sz="1400" i="1" dirty="0" smtClean="0"/>
              <a:t>Prototyp für Software/ Webanwendung</a:t>
            </a:r>
            <a:endParaRPr lang="de-DE" sz="1400" i="1" dirty="0"/>
          </a:p>
        </p:txBody>
      </p:sp>
      <p:grpSp>
        <p:nvGrpSpPr>
          <p:cNvPr id="18" name="Gruppieren 17"/>
          <p:cNvGrpSpPr/>
          <p:nvPr/>
        </p:nvGrpSpPr>
        <p:grpSpPr>
          <a:xfrm>
            <a:off x="7046182" y="1067613"/>
            <a:ext cx="5181600" cy="422332"/>
            <a:chOff x="7332428" y="1067613"/>
            <a:chExt cx="5181600" cy="422332"/>
          </a:xfrm>
        </p:grpSpPr>
        <p:sp>
          <p:nvSpPr>
            <p:cNvPr id="7" name="Ellipse 6"/>
            <p:cNvSpPr/>
            <p:nvPr/>
          </p:nvSpPr>
          <p:spPr>
            <a:xfrm>
              <a:off x="7332428" y="1137243"/>
              <a:ext cx="516835" cy="2830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2</a:t>
              </a:r>
            </a:p>
          </p:txBody>
        </p:sp>
        <p:sp>
          <p:nvSpPr>
            <p:cNvPr id="12" name="Inhaltsplatzhalter 2"/>
            <p:cNvSpPr txBox="1">
              <a:spLocks/>
            </p:cNvSpPr>
            <p:nvPr/>
          </p:nvSpPr>
          <p:spPr>
            <a:xfrm>
              <a:off x="7332428" y="1067613"/>
              <a:ext cx="5181600" cy="4223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de-DE" sz="2400" dirty="0" err="1" smtClean="0"/>
                <a:t>Simulativer</a:t>
              </a:r>
              <a:r>
                <a:rPr lang="de-DE" sz="2400" dirty="0" smtClean="0"/>
                <a:t> Betrieb/ Skalierung</a:t>
              </a:r>
              <a:endParaRPr lang="de-DE" sz="2400" dirty="0"/>
            </a:p>
          </p:txBody>
        </p:sp>
      </p:grpSp>
      <p:grpSp>
        <p:nvGrpSpPr>
          <p:cNvPr id="17" name="Gruppieren 16"/>
          <p:cNvGrpSpPr/>
          <p:nvPr/>
        </p:nvGrpSpPr>
        <p:grpSpPr>
          <a:xfrm>
            <a:off x="1710855" y="1067613"/>
            <a:ext cx="5335327" cy="422332"/>
            <a:chOff x="1710855" y="1067613"/>
            <a:chExt cx="5335327" cy="422332"/>
          </a:xfrm>
        </p:grpSpPr>
        <p:sp>
          <p:nvSpPr>
            <p:cNvPr id="6" name="Ellipse 5"/>
            <p:cNvSpPr/>
            <p:nvPr/>
          </p:nvSpPr>
          <p:spPr>
            <a:xfrm>
              <a:off x="1710855" y="1124682"/>
              <a:ext cx="516835" cy="2830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1</a:t>
              </a:r>
              <a:endParaRPr lang="de-DE" dirty="0"/>
            </a:p>
          </p:txBody>
        </p:sp>
        <p:sp>
          <p:nvSpPr>
            <p:cNvPr id="14" name="Inhaltsplatzhalter 2"/>
            <p:cNvSpPr txBox="1">
              <a:spLocks/>
            </p:cNvSpPr>
            <p:nvPr/>
          </p:nvSpPr>
          <p:spPr>
            <a:xfrm>
              <a:off x="1864582" y="1067613"/>
              <a:ext cx="5181600" cy="4223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de-DE" sz="2400" dirty="0" smtClean="0"/>
                <a:t>Identifikation möglicher Standorte</a:t>
              </a:r>
              <a:endParaRPr lang="de-DE" sz="2400" dirty="0"/>
            </a:p>
          </p:txBody>
        </p:sp>
      </p:grpSp>
      <p:sp>
        <p:nvSpPr>
          <p:cNvPr id="15" name="Rechteck 14"/>
          <p:cNvSpPr/>
          <p:nvPr/>
        </p:nvSpPr>
        <p:spPr>
          <a:xfrm>
            <a:off x="171614" y="1592957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 smtClean="0"/>
              <a:t>Ziel:</a:t>
            </a:r>
          </a:p>
        </p:txBody>
      </p:sp>
      <p:sp>
        <p:nvSpPr>
          <p:cNvPr id="16" name="Rechteck 15"/>
          <p:cNvSpPr/>
          <p:nvPr/>
        </p:nvSpPr>
        <p:spPr>
          <a:xfrm>
            <a:off x="136497" y="323302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b="1" dirty="0" smtClean="0"/>
              <a:t>Zwischenziele:</a:t>
            </a:r>
          </a:p>
        </p:txBody>
      </p:sp>
      <p:sp>
        <p:nvSpPr>
          <p:cNvPr id="19" name="Rechteck 18"/>
          <p:cNvSpPr/>
          <p:nvPr/>
        </p:nvSpPr>
        <p:spPr>
          <a:xfrm>
            <a:off x="1710855" y="1592957"/>
            <a:ext cx="5007997" cy="160043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de-DE" sz="1400" dirty="0" smtClean="0"/>
              <a:t>Kartenbasiertes Simulationstool, das möglich Standorte von (</a:t>
            </a:r>
            <a:r>
              <a:rPr lang="de-DE" sz="1400" dirty="0" err="1" smtClean="0"/>
              <a:t>bid</a:t>
            </a:r>
            <a:r>
              <a:rPr lang="de-DE" sz="1400" dirty="0" smtClean="0"/>
              <a:t>.) Ladesäulen berechnet</a:t>
            </a:r>
          </a:p>
          <a:p>
            <a:pPr lvl="1"/>
            <a:r>
              <a:rPr lang="de-DE" sz="1400" b="1" dirty="0" smtClean="0"/>
              <a:t>Input:</a:t>
            </a:r>
            <a:r>
              <a:rPr lang="de-DE" sz="1400" dirty="0" smtClean="0"/>
              <a:t> </a:t>
            </a:r>
            <a:r>
              <a:rPr lang="de-DE" sz="1400" dirty="0" err="1" smtClean="0"/>
              <a:t>Openstreet</a:t>
            </a:r>
            <a:r>
              <a:rPr lang="de-DE" sz="1400" dirty="0" smtClean="0"/>
              <a:t>-</a:t>
            </a:r>
            <a:r>
              <a:rPr lang="de-DE" sz="1400" dirty="0" err="1" smtClean="0"/>
              <a:t>Map</a:t>
            </a:r>
            <a:r>
              <a:rPr lang="de-DE" sz="1400" dirty="0" smtClean="0"/>
              <a:t>-Karte/ Koordinaten für Bereich,  (evtl. Stromnetzdaten)</a:t>
            </a:r>
          </a:p>
          <a:p>
            <a:pPr lvl="1"/>
            <a:r>
              <a:rPr lang="de-DE" sz="1400" b="1" dirty="0" smtClean="0"/>
              <a:t>Output: </a:t>
            </a:r>
            <a:r>
              <a:rPr lang="de-DE" sz="1400" dirty="0" smtClean="0"/>
              <a:t>Koordinaten für neue Ladestandorte</a:t>
            </a:r>
          </a:p>
          <a:p>
            <a:pPr lvl="1"/>
            <a:r>
              <a:rPr lang="de-DE" sz="1400" b="1" dirty="0" smtClean="0"/>
              <a:t>Parameter:</a:t>
            </a:r>
            <a:r>
              <a:rPr lang="de-DE" sz="1400" dirty="0" smtClean="0"/>
              <a:t> Anzahl neuer Ladesäulen, Mobilität und Ladeverhalten, (Stromnetz),…</a:t>
            </a:r>
          </a:p>
        </p:txBody>
      </p:sp>
      <p:grpSp>
        <p:nvGrpSpPr>
          <p:cNvPr id="21" name="Gruppieren 20"/>
          <p:cNvGrpSpPr/>
          <p:nvPr/>
        </p:nvGrpSpPr>
        <p:grpSpPr>
          <a:xfrm>
            <a:off x="1712842" y="3263054"/>
            <a:ext cx="5006010" cy="2246769"/>
            <a:chOff x="1712842" y="3263054"/>
            <a:chExt cx="5006010" cy="2246769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0" name="Rechteck 19"/>
            <p:cNvSpPr/>
            <p:nvPr/>
          </p:nvSpPr>
          <p:spPr>
            <a:xfrm>
              <a:off x="1712842" y="3263054"/>
              <a:ext cx="5006010" cy="224676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Literaturrecherche: mögliche Methoden, Ansätze </a:t>
              </a:r>
            </a:p>
            <a:p>
              <a:r>
                <a:rPr lang="de-DE" sz="1400" dirty="0" smtClean="0">
                  <a:sym typeface="Wingdings" panose="05000000000000000000" pitchFamily="2" charset="2"/>
                </a:rPr>
                <a:t>	</a:t>
              </a:r>
              <a:r>
                <a:rPr lang="de-DE" sz="1400" b="1" dirty="0" smtClean="0">
                  <a:sym typeface="Wingdings" panose="05000000000000000000" pitchFamily="2" charset="2"/>
                </a:rPr>
                <a:t> Forschungsfrage/-ziel (Abgrenzung)</a:t>
              </a:r>
              <a:endParaRPr lang="de-DE" sz="1400" b="1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Bestimmung des </a:t>
              </a:r>
              <a:r>
                <a:rPr lang="de-DE" sz="1400" b="1" dirty="0" smtClean="0"/>
                <a:t>Simulationstool/Simulation</a:t>
              </a:r>
              <a:r>
                <a:rPr lang="de-DE" sz="1400" dirty="0" smtClean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Konzept für Simulation/Algorithmus: </a:t>
              </a:r>
            </a:p>
            <a:p>
              <a:pPr lvl="1"/>
              <a:r>
                <a:rPr lang="de-DE" sz="1400" dirty="0" smtClean="0">
                  <a:sym typeface="Wingdings" panose="05000000000000000000" pitchFamily="2" charset="2"/>
                </a:rPr>
                <a:t> </a:t>
              </a:r>
              <a:r>
                <a:rPr lang="de-DE" sz="1400" dirty="0" smtClean="0"/>
                <a:t>notwendige Parameter, </a:t>
              </a:r>
              <a:r>
                <a:rPr lang="de-DE" sz="1400" b="1" dirty="0" smtClean="0"/>
                <a:t>Methode/Ansatz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Berücksichtigung von: </a:t>
              </a:r>
            </a:p>
            <a:p>
              <a:endParaRPr lang="de-DE" sz="1400" dirty="0" smtClean="0"/>
            </a:p>
            <a:p>
              <a:endParaRPr lang="de-DE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Umsetzung/ Implementierung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b="1" dirty="0" smtClean="0"/>
                <a:t>Validierung der Ergebnisse</a:t>
              </a:r>
              <a:endParaRPr lang="de-DE" sz="1400" dirty="0"/>
            </a:p>
          </p:txBody>
        </p:sp>
        <p:sp>
          <p:nvSpPr>
            <p:cNvPr id="5" name="Rechteck 4"/>
            <p:cNvSpPr/>
            <p:nvPr/>
          </p:nvSpPr>
          <p:spPr>
            <a:xfrm>
              <a:off x="3364992" y="4361324"/>
              <a:ext cx="3353860" cy="73866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Mobilitätsverhalten/Verkehr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(Stromnetz/Flexibilität)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Vorhandenen Ladesäulen</a:t>
              </a:r>
            </a:p>
          </p:txBody>
        </p:sp>
      </p:grpSp>
      <p:sp>
        <p:nvSpPr>
          <p:cNvPr id="22" name="Rechteck 21"/>
          <p:cNvSpPr/>
          <p:nvPr/>
        </p:nvSpPr>
        <p:spPr>
          <a:xfrm>
            <a:off x="1710855" y="5635769"/>
            <a:ext cx="5007997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/>
              <a:t>Generalisierung: für beliebige Karten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/>
              <a:t>Dashboard/ Leitstand-Ansicht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 smtClean="0"/>
          </a:p>
        </p:txBody>
      </p:sp>
      <p:sp>
        <p:nvSpPr>
          <p:cNvPr id="23" name="Rechteck 22"/>
          <p:cNvSpPr/>
          <p:nvPr/>
        </p:nvSpPr>
        <p:spPr>
          <a:xfrm>
            <a:off x="7046183" y="1592957"/>
            <a:ext cx="4833066" cy="160043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de-DE" sz="1400" dirty="0" smtClean="0"/>
              <a:t>Simulation des tatsächlichen </a:t>
            </a:r>
            <a:r>
              <a:rPr lang="de-DE" sz="1400" b="1" dirty="0" smtClean="0"/>
              <a:t>Betriebs der </a:t>
            </a:r>
            <a:r>
              <a:rPr lang="de-DE" sz="1400" b="1" dirty="0" err="1" smtClean="0"/>
              <a:t>bid</a:t>
            </a:r>
            <a:r>
              <a:rPr lang="de-DE" sz="1400" b="1" dirty="0" smtClean="0"/>
              <a:t>. Ladeinfrastruktur </a:t>
            </a:r>
            <a:r>
              <a:rPr lang="de-DE" sz="1400" dirty="0" smtClean="0"/>
              <a:t>anhand der bestimmten Ladestandorte zur Validierung in SUMO</a:t>
            </a:r>
          </a:p>
          <a:p>
            <a:pPr lvl="1"/>
            <a:r>
              <a:rPr lang="de-DE" sz="1400" b="1" dirty="0" smtClean="0"/>
              <a:t>Input: </a:t>
            </a:r>
            <a:r>
              <a:rPr lang="de-DE" sz="1400" dirty="0" smtClean="0"/>
              <a:t>bestimmte Ladestandorte </a:t>
            </a:r>
          </a:p>
          <a:p>
            <a:pPr lvl="1"/>
            <a:r>
              <a:rPr lang="de-DE" sz="1400" b="1" dirty="0" smtClean="0"/>
              <a:t>Output: </a:t>
            </a:r>
            <a:r>
              <a:rPr lang="de-DE" sz="1400" dirty="0" smtClean="0"/>
              <a:t>Ladenutzung/Ladevorgänge der Ladesäulen</a:t>
            </a:r>
          </a:p>
          <a:p>
            <a:pPr lvl="1"/>
            <a:endParaRPr lang="de-DE" sz="1400" dirty="0"/>
          </a:p>
          <a:p>
            <a:pPr lvl="1"/>
            <a:endParaRPr lang="de-DE" sz="1400" dirty="0" smtClean="0"/>
          </a:p>
          <a:p>
            <a:pPr lvl="1"/>
            <a:endParaRPr lang="de-DE" sz="1400" dirty="0" smtClean="0"/>
          </a:p>
        </p:txBody>
      </p:sp>
      <p:sp>
        <p:nvSpPr>
          <p:cNvPr id="25" name="Rechteck 24"/>
          <p:cNvSpPr/>
          <p:nvPr/>
        </p:nvSpPr>
        <p:spPr>
          <a:xfrm>
            <a:off x="7046182" y="3263054"/>
            <a:ext cx="4833067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>
                <a:sym typeface="Wingdings" panose="05000000000000000000" pitchFamily="2" charset="2"/>
              </a:rPr>
              <a:t>Platzierung </a:t>
            </a:r>
            <a:r>
              <a:rPr lang="de-DE" sz="1400" dirty="0">
                <a:sym typeface="Wingdings" panose="05000000000000000000" pitchFamily="2" charset="2"/>
              </a:rPr>
              <a:t>von </a:t>
            </a:r>
            <a:r>
              <a:rPr lang="de-DE" sz="1400" b="1" dirty="0">
                <a:sym typeface="Wingdings" panose="05000000000000000000" pitchFamily="2" charset="2"/>
              </a:rPr>
              <a:t>Ladeinfrastruktur in </a:t>
            </a:r>
            <a:r>
              <a:rPr lang="de-DE" sz="1400" b="1" dirty="0" smtClean="0">
                <a:sym typeface="Wingdings" panose="05000000000000000000" pitchFamily="2" charset="2"/>
              </a:rPr>
              <a:t>SUMO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>
                <a:sym typeface="Wingdings" panose="05000000000000000000" pitchFamily="2" charset="2"/>
              </a:rPr>
              <a:t>Simulation </a:t>
            </a:r>
            <a:r>
              <a:rPr lang="de-DE" sz="1400" dirty="0">
                <a:sym typeface="Wingdings" panose="05000000000000000000" pitchFamily="2" charset="2"/>
              </a:rPr>
              <a:t>des Mobilitäts- und Ladeverhalten in SUMO</a:t>
            </a:r>
          </a:p>
          <a:p>
            <a:pPr lvl="1"/>
            <a:r>
              <a:rPr lang="de-DE" sz="1400" dirty="0">
                <a:sym typeface="Wingdings" panose="05000000000000000000" pitchFamily="2" charset="2"/>
              </a:rPr>
              <a:t>Simulation der </a:t>
            </a:r>
            <a:r>
              <a:rPr lang="de-DE" sz="1400" b="1" dirty="0">
                <a:sym typeface="Wingdings" panose="05000000000000000000" pitchFamily="2" charset="2"/>
              </a:rPr>
              <a:t>Ladevorgänge</a:t>
            </a:r>
            <a:r>
              <a:rPr lang="de-DE" sz="1400" dirty="0">
                <a:sym typeface="Wingdings" panose="05000000000000000000" pitchFamily="2" charset="2"/>
              </a:rPr>
              <a:t> in SUMO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sz="1400" dirty="0">
                <a:sym typeface="Wingdings" panose="05000000000000000000" pitchFamily="2" charset="2"/>
              </a:rPr>
              <a:t>Vergleich von Ladebedarf in SUMO und bei Berechnung der Standorte (aus </a:t>
            </a:r>
            <a:r>
              <a:rPr lang="de-DE" sz="1400" dirty="0" smtClean="0">
                <a:sym typeface="Wingdings" panose="05000000000000000000" pitchFamily="2" charset="2"/>
              </a:rPr>
              <a:t>       )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de-DE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endParaRPr lang="de-DE" sz="1400" dirty="0" smtClean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endParaRPr lang="de-DE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endParaRPr lang="de-DE" sz="1400" dirty="0" smtClean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endParaRPr lang="de-DE" sz="1400" dirty="0">
              <a:sym typeface="Wingdings" panose="05000000000000000000" pitchFamily="2" charset="2"/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8979676" y="4182383"/>
            <a:ext cx="262393" cy="1736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smtClean="0"/>
              <a:t>2</a:t>
            </a:r>
            <a:endParaRPr lang="de-DE" sz="1000" dirty="0"/>
          </a:p>
        </p:txBody>
      </p:sp>
      <p:sp>
        <p:nvSpPr>
          <p:cNvPr id="29" name="Rechteck 28"/>
          <p:cNvSpPr/>
          <p:nvPr/>
        </p:nvSpPr>
        <p:spPr>
          <a:xfrm>
            <a:off x="7046182" y="5635769"/>
            <a:ext cx="4833067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ym typeface="Wingdings" panose="05000000000000000000" pitchFamily="2" charset="2"/>
              </a:rPr>
              <a:t>Generische Platzierung der Ladesäulen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>
                <a:sym typeface="Wingdings" panose="05000000000000000000" pitchFamily="2" charset="2"/>
              </a:rPr>
              <a:t>Verknüpfung </a:t>
            </a:r>
            <a:r>
              <a:rPr lang="de-DE" sz="1400" dirty="0">
                <a:sym typeface="Wingdings" panose="05000000000000000000" pitchFamily="2" charset="2"/>
              </a:rPr>
              <a:t>von         </a:t>
            </a:r>
            <a:r>
              <a:rPr lang="de-DE" sz="1400" dirty="0" smtClean="0">
                <a:sym typeface="Wingdings" panose="05000000000000000000" pitchFamily="2" charset="2"/>
              </a:rPr>
              <a:t>und </a:t>
            </a:r>
            <a:endParaRPr lang="de-DE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ym typeface="Wingdings" panose="05000000000000000000" pitchFamily="2" charset="2"/>
              </a:rPr>
              <a:t>Dashboard/ Leitstandansicht </a:t>
            </a:r>
          </a:p>
        </p:txBody>
      </p:sp>
      <p:sp>
        <p:nvSpPr>
          <p:cNvPr id="31" name="Ellipse 30"/>
          <p:cNvSpPr/>
          <p:nvPr/>
        </p:nvSpPr>
        <p:spPr>
          <a:xfrm>
            <a:off x="9391098" y="5918299"/>
            <a:ext cx="262393" cy="1736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smtClean="0"/>
              <a:t>2</a:t>
            </a:r>
            <a:endParaRPr lang="de-DE" sz="1000" dirty="0"/>
          </a:p>
        </p:txBody>
      </p:sp>
      <p:sp>
        <p:nvSpPr>
          <p:cNvPr id="32" name="Ellipse 31"/>
          <p:cNvSpPr/>
          <p:nvPr/>
        </p:nvSpPr>
        <p:spPr>
          <a:xfrm>
            <a:off x="8714289" y="5930852"/>
            <a:ext cx="262393" cy="16105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smtClean="0"/>
              <a:t>1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49277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r>
              <a:rPr lang="de-DE" sz="3200" dirty="0" smtClean="0"/>
              <a:t>Simulation zum Ausb</a:t>
            </a:r>
            <a:r>
              <a:rPr lang="de-DE" sz="3200" i="1" dirty="0" smtClean="0"/>
              <a:t>au bidirektionaler </a:t>
            </a:r>
            <a:r>
              <a:rPr lang="de-DE" sz="3200" dirty="0" smtClean="0"/>
              <a:t>Ladeinfrastruktur</a:t>
            </a:r>
            <a:endParaRPr lang="de-DE" sz="3200" dirty="0"/>
          </a:p>
        </p:txBody>
      </p:sp>
      <p:sp>
        <p:nvSpPr>
          <p:cNvPr id="11" name="Textfeld 10"/>
          <p:cNvSpPr txBox="1"/>
          <p:nvPr/>
        </p:nvSpPr>
        <p:spPr>
          <a:xfrm>
            <a:off x="171614" y="5509823"/>
            <a:ext cx="18049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Weitere Ziele: </a:t>
            </a:r>
            <a:r>
              <a:rPr lang="de-DE" sz="1400" i="1" dirty="0" smtClean="0"/>
              <a:t>Prototyp für Software/ Webanwendung</a:t>
            </a:r>
            <a:endParaRPr lang="de-DE" sz="1400" i="1" dirty="0"/>
          </a:p>
        </p:txBody>
      </p:sp>
      <p:grpSp>
        <p:nvGrpSpPr>
          <p:cNvPr id="18" name="Gruppieren 17"/>
          <p:cNvGrpSpPr/>
          <p:nvPr/>
        </p:nvGrpSpPr>
        <p:grpSpPr>
          <a:xfrm>
            <a:off x="7046182" y="1067613"/>
            <a:ext cx="5181600" cy="422332"/>
            <a:chOff x="7332428" y="1067613"/>
            <a:chExt cx="5181600" cy="422332"/>
          </a:xfrm>
        </p:grpSpPr>
        <p:sp>
          <p:nvSpPr>
            <p:cNvPr id="7" name="Ellipse 6"/>
            <p:cNvSpPr/>
            <p:nvPr/>
          </p:nvSpPr>
          <p:spPr>
            <a:xfrm>
              <a:off x="7332428" y="1137243"/>
              <a:ext cx="516835" cy="2830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2</a:t>
              </a:r>
            </a:p>
          </p:txBody>
        </p:sp>
        <p:sp>
          <p:nvSpPr>
            <p:cNvPr id="12" name="Inhaltsplatzhalter 2"/>
            <p:cNvSpPr txBox="1">
              <a:spLocks/>
            </p:cNvSpPr>
            <p:nvPr/>
          </p:nvSpPr>
          <p:spPr>
            <a:xfrm>
              <a:off x="7332428" y="1067613"/>
              <a:ext cx="5181600" cy="4223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de-DE" sz="2400" dirty="0" err="1" smtClean="0"/>
                <a:t>Simulativer</a:t>
              </a:r>
              <a:r>
                <a:rPr lang="de-DE" sz="2400" dirty="0" smtClean="0"/>
                <a:t> Betrieb/ Skalierung</a:t>
              </a:r>
              <a:endParaRPr lang="de-DE" sz="2400" dirty="0"/>
            </a:p>
          </p:txBody>
        </p:sp>
      </p:grpSp>
      <p:grpSp>
        <p:nvGrpSpPr>
          <p:cNvPr id="17" name="Gruppieren 16"/>
          <p:cNvGrpSpPr/>
          <p:nvPr/>
        </p:nvGrpSpPr>
        <p:grpSpPr>
          <a:xfrm>
            <a:off x="1710855" y="1067613"/>
            <a:ext cx="5335327" cy="422332"/>
            <a:chOff x="1710855" y="1067613"/>
            <a:chExt cx="5335327" cy="422332"/>
          </a:xfrm>
        </p:grpSpPr>
        <p:sp>
          <p:nvSpPr>
            <p:cNvPr id="6" name="Ellipse 5"/>
            <p:cNvSpPr/>
            <p:nvPr/>
          </p:nvSpPr>
          <p:spPr>
            <a:xfrm>
              <a:off x="1710855" y="1124682"/>
              <a:ext cx="516835" cy="2830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1</a:t>
              </a:r>
              <a:endParaRPr lang="de-DE" dirty="0"/>
            </a:p>
          </p:txBody>
        </p:sp>
        <p:sp>
          <p:nvSpPr>
            <p:cNvPr id="14" name="Inhaltsplatzhalter 2"/>
            <p:cNvSpPr txBox="1">
              <a:spLocks/>
            </p:cNvSpPr>
            <p:nvPr/>
          </p:nvSpPr>
          <p:spPr>
            <a:xfrm>
              <a:off x="1864582" y="1067613"/>
              <a:ext cx="5181600" cy="4223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de-DE" sz="2400" dirty="0" smtClean="0"/>
                <a:t>Identifikation möglicher Standorte</a:t>
              </a:r>
              <a:endParaRPr lang="de-DE" sz="2400" dirty="0"/>
            </a:p>
          </p:txBody>
        </p:sp>
      </p:grpSp>
      <p:sp>
        <p:nvSpPr>
          <p:cNvPr id="15" name="Rechteck 14"/>
          <p:cNvSpPr/>
          <p:nvPr/>
        </p:nvSpPr>
        <p:spPr>
          <a:xfrm>
            <a:off x="171614" y="1592957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 smtClean="0"/>
              <a:t>Ziel:</a:t>
            </a:r>
          </a:p>
        </p:txBody>
      </p:sp>
      <p:sp>
        <p:nvSpPr>
          <p:cNvPr id="16" name="Rechteck 15"/>
          <p:cNvSpPr/>
          <p:nvPr/>
        </p:nvSpPr>
        <p:spPr>
          <a:xfrm>
            <a:off x="136497" y="323302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b="1" dirty="0" smtClean="0"/>
              <a:t>Zwischenziele:</a:t>
            </a:r>
          </a:p>
        </p:txBody>
      </p:sp>
      <p:sp>
        <p:nvSpPr>
          <p:cNvPr id="19" name="Rechteck 18"/>
          <p:cNvSpPr/>
          <p:nvPr/>
        </p:nvSpPr>
        <p:spPr>
          <a:xfrm>
            <a:off x="1710855" y="1592957"/>
            <a:ext cx="5007997" cy="160043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de-DE" sz="1400" dirty="0" smtClean="0"/>
              <a:t>Kartenbasiertes Simulationstool, das möglich Standorte von (</a:t>
            </a:r>
            <a:r>
              <a:rPr lang="de-DE" sz="1400" dirty="0" err="1" smtClean="0"/>
              <a:t>bid</a:t>
            </a:r>
            <a:r>
              <a:rPr lang="de-DE" sz="1400" dirty="0" smtClean="0"/>
              <a:t>.) Ladesäulen berechnet</a:t>
            </a:r>
          </a:p>
          <a:p>
            <a:pPr lvl="1"/>
            <a:r>
              <a:rPr lang="de-DE" sz="1400" b="1" dirty="0" smtClean="0"/>
              <a:t>Input:</a:t>
            </a:r>
            <a:r>
              <a:rPr lang="de-DE" sz="1400" dirty="0" smtClean="0"/>
              <a:t> </a:t>
            </a:r>
            <a:r>
              <a:rPr lang="de-DE" sz="1400" dirty="0" err="1" smtClean="0"/>
              <a:t>Openstreet</a:t>
            </a:r>
            <a:r>
              <a:rPr lang="de-DE" sz="1400" dirty="0" smtClean="0"/>
              <a:t>-</a:t>
            </a:r>
            <a:r>
              <a:rPr lang="de-DE" sz="1400" dirty="0" err="1" smtClean="0"/>
              <a:t>Map</a:t>
            </a:r>
            <a:r>
              <a:rPr lang="de-DE" sz="1400" dirty="0" smtClean="0"/>
              <a:t>-Karte/ Koordinaten für Bereich,  (evtl. Stromnetzdaten)</a:t>
            </a:r>
          </a:p>
          <a:p>
            <a:pPr lvl="1"/>
            <a:r>
              <a:rPr lang="de-DE" sz="1400" b="1" dirty="0" smtClean="0"/>
              <a:t>Output: </a:t>
            </a:r>
            <a:r>
              <a:rPr lang="de-DE" sz="1400" dirty="0" smtClean="0"/>
              <a:t>Koordinaten für neue Ladestandorte</a:t>
            </a:r>
          </a:p>
          <a:p>
            <a:pPr lvl="1"/>
            <a:r>
              <a:rPr lang="de-DE" sz="1400" b="1" dirty="0" smtClean="0"/>
              <a:t>Parameter:</a:t>
            </a:r>
            <a:r>
              <a:rPr lang="de-DE" sz="1400" dirty="0" smtClean="0"/>
              <a:t> Anzahl neuer Ladesäulen, Mobilität und Ladeverhalten, (Stromnetz),…</a:t>
            </a:r>
          </a:p>
        </p:txBody>
      </p:sp>
      <p:grpSp>
        <p:nvGrpSpPr>
          <p:cNvPr id="21" name="Gruppieren 20"/>
          <p:cNvGrpSpPr/>
          <p:nvPr/>
        </p:nvGrpSpPr>
        <p:grpSpPr>
          <a:xfrm>
            <a:off x="1712842" y="3263054"/>
            <a:ext cx="5006010" cy="2246769"/>
            <a:chOff x="1712842" y="3263054"/>
            <a:chExt cx="5006010" cy="2246769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0" name="Rechteck 19"/>
            <p:cNvSpPr/>
            <p:nvPr/>
          </p:nvSpPr>
          <p:spPr>
            <a:xfrm>
              <a:off x="1712842" y="3263054"/>
              <a:ext cx="5006010" cy="224676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Literaturrecherche: mögliche Methoden, Ansätze </a:t>
              </a:r>
            </a:p>
            <a:p>
              <a:r>
                <a:rPr lang="de-DE" sz="1400" dirty="0" smtClean="0">
                  <a:sym typeface="Wingdings" panose="05000000000000000000" pitchFamily="2" charset="2"/>
                </a:rPr>
                <a:t>	</a:t>
              </a:r>
              <a:r>
                <a:rPr lang="de-DE" sz="1400" b="1" dirty="0" smtClean="0">
                  <a:sym typeface="Wingdings" panose="05000000000000000000" pitchFamily="2" charset="2"/>
                </a:rPr>
                <a:t> Forschungsfrage/-ziel (Abgrenzung)</a:t>
              </a:r>
              <a:endParaRPr lang="de-DE" sz="1400" b="1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Bestimmung des </a:t>
              </a:r>
              <a:r>
                <a:rPr lang="de-DE" sz="1400" b="1" dirty="0" smtClean="0"/>
                <a:t>Simulationstool/Simulation</a:t>
              </a:r>
              <a:r>
                <a:rPr lang="de-DE" sz="1400" dirty="0" smtClean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Konzept für Simulation/Algorithmus: </a:t>
              </a:r>
            </a:p>
            <a:p>
              <a:pPr lvl="1"/>
              <a:r>
                <a:rPr lang="de-DE" sz="1400" dirty="0" smtClean="0">
                  <a:sym typeface="Wingdings" panose="05000000000000000000" pitchFamily="2" charset="2"/>
                </a:rPr>
                <a:t> </a:t>
              </a:r>
              <a:r>
                <a:rPr lang="de-DE" sz="1400" dirty="0" smtClean="0"/>
                <a:t>notwendige Parameter, </a:t>
              </a:r>
              <a:r>
                <a:rPr lang="de-DE" sz="1400" b="1" dirty="0" smtClean="0"/>
                <a:t>Methode/Ansatz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Berücksichtigung von: </a:t>
              </a:r>
            </a:p>
            <a:p>
              <a:endParaRPr lang="de-DE" sz="1400" dirty="0" smtClean="0"/>
            </a:p>
            <a:p>
              <a:endParaRPr lang="de-DE" sz="1400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Umsetzung/ Implementierung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1400" b="1" dirty="0" smtClean="0"/>
                <a:t>Validierung der Ergebnisse</a:t>
              </a:r>
              <a:endParaRPr lang="de-DE" sz="1400" dirty="0"/>
            </a:p>
          </p:txBody>
        </p:sp>
        <p:sp>
          <p:nvSpPr>
            <p:cNvPr id="5" name="Rechteck 4"/>
            <p:cNvSpPr/>
            <p:nvPr/>
          </p:nvSpPr>
          <p:spPr>
            <a:xfrm>
              <a:off x="3737113" y="4355987"/>
              <a:ext cx="2981739" cy="73866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Mobilitätsverhalten/Verkehr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(Stromnetz/Flexibilität)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400" dirty="0" smtClean="0"/>
                <a:t>Vorhandenen Ladesäulen</a:t>
              </a:r>
            </a:p>
          </p:txBody>
        </p:sp>
      </p:grpSp>
      <p:sp>
        <p:nvSpPr>
          <p:cNvPr id="22" name="Rechteck 21"/>
          <p:cNvSpPr/>
          <p:nvPr/>
        </p:nvSpPr>
        <p:spPr>
          <a:xfrm>
            <a:off x="1710855" y="5635769"/>
            <a:ext cx="5007997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/>
              <a:t>Generalisierung: für beliebige Karten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/>
              <a:t>Dashboard/ Leitstand-Ansicht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 smtClean="0"/>
          </a:p>
        </p:txBody>
      </p:sp>
      <p:sp>
        <p:nvSpPr>
          <p:cNvPr id="23" name="Rechteck 22"/>
          <p:cNvSpPr/>
          <p:nvPr/>
        </p:nvSpPr>
        <p:spPr>
          <a:xfrm>
            <a:off x="7046183" y="1592957"/>
            <a:ext cx="4833066" cy="160043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de-DE" sz="1400" dirty="0" smtClean="0"/>
              <a:t>Simulation des tatsächlichen </a:t>
            </a:r>
            <a:r>
              <a:rPr lang="de-DE" sz="1400" b="1" dirty="0" smtClean="0"/>
              <a:t>Betriebs der </a:t>
            </a:r>
            <a:r>
              <a:rPr lang="de-DE" sz="1400" b="1" dirty="0" err="1" smtClean="0"/>
              <a:t>bid</a:t>
            </a:r>
            <a:r>
              <a:rPr lang="de-DE" sz="1400" b="1" dirty="0" smtClean="0"/>
              <a:t>. Ladeinfrastruktur </a:t>
            </a:r>
            <a:r>
              <a:rPr lang="de-DE" sz="1400" dirty="0" smtClean="0"/>
              <a:t>anhand der bestimmten Ladestandorte zur Validierung in SUMO</a:t>
            </a:r>
          </a:p>
          <a:p>
            <a:pPr lvl="1"/>
            <a:r>
              <a:rPr lang="de-DE" sz="1400" b="1" dirty="0" smtClean="0"/>
              <a:t>Input: </a:t>
            </a:r>
            <a:r>
              <a:rPr lang="de-DE" sz="1400" dirty="0" smtClean="0"/>
              <a:t>bestimmte Ladestandorte </a:t>
            </a:r>
          </a:p>
          <a:p>
            <a:pPr lvl="1"/>
            <a:r>
              <a:rPr lang="de-DE" sz="1400" b="1" dirty="0" smtClean="0"/>
              <a:t>Output: </a:t>
            </a:r>
            <a:r>
              <a:rPr lang="de-DE" sz="1400" dirty="0" smtClean="0"/>
              <a:t>Ladenutzung/Ladevorgänge der Ladesäulen</a:t>
            </a:r>
          </a:p>
          <a:p>
            <a:pPr lvl="1"/>
            <a:endParaRPr lang="de-DE" sz="1400" dirty="0"/>
          </a:p>
          <a:p>
            <a:pPr lvl="1"/>
            <a:endParaRPr lang="de-DE" sz="1400" dirty="0" smtClean="0"/>
          </a:p>
          <a:p>
            <a:pPr lvl="1"/>
            <a:endParaRPr lang="de-DE" sz="1400" dirty="0" smtClean="0"/>
          </a:p>
        </p:txBody>
      </p:sp>
      <p:sp>
        <p:nvSpPr>
          <p:cNvPr id="25" name="Rechteck 24"/>
          <p:cNvSpPr/>
          <p:nvPr/>
        </p:nvSpPr>
        <p:spPr>
          <a:xfrm>
            <a:off x="7046182" y="3263054"/>
            <a:ext cx="4833067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>
                <a:sym typeface="Wingdings" panose="05000000000000000000" pitchFamily="2" charset="2"/>
              </a:rPr>
              <a:t>Platzierung </a:t>
            </a:r>
            <a:r>
              <a:rPr lang="de-DE" sz="1400" dirty="0">
                <a:sym typeface="Wingdings" panose="05000000000000000000" pitchFamily="2" charset="2"/>
              </a:rPr>
              <a:t>von </a:t>
            </a:r>
            <a:r>
              <a:rPr lang="de-DE" sz="1400" b="1" dirty="0">
                <a:sym typeface="Wingdings" panose="05000000000000000000" pitchFamily="2" charset="2"/>
              </a:rPr>
              <a:t>Ladeinfrastruktur in </a:t>
            </a:r>
            <a:r>
              <a:rPr lang="de-DE" sz="1400" b="1" dirty="0" smtClean="0">
                <a:sym typeface="Wingdings" panose="05000000000000000000" pitchFamily="2" charset="2"/>
              </a:rPr>
              <a:t>SUMO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>
                <a:sym typeface="Wingdings" panose="05000000000000000000" pitchFamily="2" charset="2"/>
              </a:rPr>
              <a:t>Simulation </a:t>
            </a:r>
            <a:r>
              <a:rPr lang="de-DE" sz="1400" dirty="0">
                <a:sym typeface="Wingdings" panose="05000000000000000000" pitchFamily="2" charset="2"/>
              </a:rPr>
              <a:t>des Mobilitäts- und Ladeverhalten in SUMO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ym typeface="Wingdings" panose="05000000000000000000" pitchFamily="2" charset="2"/>
              </a:rPr>
              <a:t>Simulation der </a:t>
            </a:r>
            <a:r>
              <a:rPr lang="de-DE" sz="1400" b="1" dirty="0">
                <a:sym typeface="Wingdings" panose="05000000000000000000" pitchFamily="2" charset="2"/>
              </a:rPr>
              <a:t>Ladevorgänge</a:t>
            </a:r>
            <a:r>
              <a:rPr lang="de-DE" sz="1400" dirty="0">
                <a:sym typeface="Wingdings" panose="05000000000000000000" pitchFamily="2" charset="2"/>
              </a:rPr>
              <a:t> in </a:t>
            </a:r>
            <a:r>
              <a:rPr lang="de-DE" sz="1400" dirty="0" smtClean="0">
                <a:sym typeface="Wingdings" panose="05000000000000000000" pitchFamily="2" charset="2"/>
              </a:rPr>
              <a:t>SUMO</a:t>
            </a:r>
          </a:p>
          <a:p>
            <a:endParaRPr lang="de-DE" sz="1400" dirty="0">
              <a:sym typeface="Wingdings" panose="05000000000000000000" pitchFamily="2" charset="2"/>
            </a:endParaRPr>
          </a:p>
          <a:p>
            <a:endParaRPr lang="de-DE" sz="1400" dirty="0" smtClean="0">
              <a:sym typeface="Wingdings" panose="05000000000000000000" pitchFamily="2" charset="2"/>
            </a:endParaRPr>
          </a:p>
          <a:p>
            <a:endParaRPr lang="de-DE" sz="1400" dirty="0">
              <a:sym typeface="Wingdings" panose="05000000000000000000" pitchFamily="2" charset="2"/>
            </a:endParaRPr>
          </a:p>
          <a:p>
            <a:endParaRPr lang="de-DE" sz="1400" dirty="0" smtClean="0">
              <a:sym typeface="Wingdings" panose="05000000000000000000" pitchFamily="2" charset="2"/>
            </a:endParaRPr>
          </a:p>
          <a:p>
            <a:endParaRPr lang="de-DE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de-DE" sz="1400" dirty="0">
                <a:sym typeface="Wingdings" panose="05000000000000000000" pitchFamily="2" charset="2"/>
              </a:rPr>
              <a:t>Vergleich von Ladebedarf in SUMO und bei Berechnung der Standorte (aus </a:t>
            </a:r>
            <a:r>
              <a:rPr lang="de-DE" sz="1400" dirty="0" smtClean="0">
                <a:sym typeface="Wingdings" panose="05000000000000000000" pitchFamily="2" charset="2"/>
              </a:rPr>
              <a:t>       )</a:t>
            </a:r>
            <a:endParaRPr lang="de-DE" sz="1400" dirty="0">
              <a:sym typeface="Wingdings" panose="05000000000000000000" pitchFamily="2" charset="2"/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8987628" y="5248673"/>
            <a:ext cx="262393" cy="1736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smtClean="0"/>
              <a:t>2</a:t>
            </a:r>
            <a:endParaRPr lang="de-DE" sz="1000" dirty="0"/>
          </a:p>
        </p:txBody>
      </p:sp>
      <p:sp>
        <p:nvSpPr>
          <p:cNvPr id="29" name="Rechteck 28"/>
          <p:cNvSpPr/>
          <p:nvPr/>
        </p:nvSpPr>
        <p:spPr>
          <a:xfrm>
            <a:off x="7046182" y="5635769"/>
            <a:ext cx="4833067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ym typeface="Wingdings" panose="05000000000000000000" pitchFamily="2" charset="2"/>
              </a:rPr>
              <a:t>Generische Platzierung der Ladesäulen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sym typeface="Wingdings" panose="05000000000000000000" pitchFamily="2" charset="2"/>
              </a:rPr>
              <a:t>Verknüfung</a:t>
            </a:r>
            <a:r>
              <a:rPr lang="de-DE" sz="1400" dirty="0">
                <a:sym typeface="Wingdings" panose="05000000000000000000" pitchFamily="2" charset="2"/>
              </a:rPr>
              <a:t> von         </a:t>
            </a:r>
            <a:r>
              <a:rPr lang="de-DE" sz="1400" dirty="0" smtClean="0">
                <a:sym typeface="Wingdings" panose="05000000000000000000" pitchFamily="2" charset="2"/>
              </a:rPr>
              <a:t>und </a:t>
            </a:r>
            <a:endParaRPr lang="de-DE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ym typeface="Wingdings" panose="05000000000000000000" pitchFamily="2" charset="2"/>
              </a:rPr>
              <a:t>Dashboard/ Leitstandansicht </a:t>
            </a:r>
          </a:p>
        </p:txBody>
      </p:sp>
      <p:sp>
        <p:nvSpPr>
          <p:cNvPr id="31" name="Ellipse 30"/>
          <p:cNvSpPr/>
          <p:nvPr/>
        </p:nvSpPr>
        <p:spPr>
          <a:xfrm>
            <a:off x="9250021" y="5918299"/>
            <a:ext cx="262393" cy="1736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smtClean="0"/>
              <a:t>2</a:t>
            </a:r>
            <a:endParaRPr lang="de-DE" sz="1000" dirty="0"/>
          </a:p>
        </p:txBody>
      </p:sp>
      <p:sp>
        <p:nvSpPr>
          <p:cNvPr id="32" name="Ellipse 31"/>
          <p:cNvSpPr/>
          <p:nvPr/>
        </p:nvSpPr>
        <p:spPr>
          <a:xfrm>
            <a:off x="8599339" y="5930852"/>
            <a:ext cx="262393" cy="1736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smtClean="0"/>
              <a:t>1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9196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2256"/>
          </a:xfrm>
        </p:spPr>
        <p:txBody>
          <a:bodyPr>
            <a:normAutofit/>
          </a:bodyPr>
          <a:lstStyle/>
          <a:p>
            <a:r>
              <a:rPr lang="de-DE" sz="3200" dirty="0" smtClean="0"/>
              <a:t>Nächsten Schritte</a:t>
            </a:r>
            <a:endParaRPr lang="de-DE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2644609"/>
            <a:ext cx="5181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200" dirty="0" smtClean="0"/>
              <a:t>Identifikation mögliche Standorte</a:t>
            </a:r>
          </a:p>
          <a:p>
            <a:r>
              <a:rPr lang="de-DE" sz="1600" dirty="0" smtClean="0">
                <a:solidFill>
                  <a:srgbClr val="FF0000"/>
                </a:solidFill>
              </a:rPr>
              <a:t>Literaturrecherche: mögliche Methoden, Ansätze</a:t>
            </a:r>
          </a:p>
          <a:p>
            <a:r>
              <a:rPr lang="de-DE" sz="1600" dirty="0" smtClean="0">
                <a:solidFill>
                  <a:srgbClr val="FF0000"/>
                </a:solidFill>
              </a:rPr>
              <a:t>Bestimmung des Simulationstool/Simulation </a:t>
            </a:r>
          </a:p>
          <a:p>
            <a:r>
              <a:rPr lang="de-DE" sz="1600" dirty="0" smtClean="0">
                <a:solidFill>
                  <a:srgbClr val="FF0000"/>
                </a:solidFill>
              </a:rPr>
              <a:t>Bestimmung des Forschungsziel/ der Forschungsfrage: Abgrenzung von bisherigen Ansätzen</a:t>
            </a:r>
          </a:p>
          <a:p>
            <a:pPr lvl="1"/>
            <a:r>
              <a:rPr lang="de-DE" sz="1200" dirty="0" smtClean="0">
                <a:solidFill>
                  <a:srgbClr val="FF0000"/>
                </a:solidFill>
              </a:rPr>
              <a:t>(Idee: Abgrenzung durch Validierung mit SUMO)</a:t>
            </a:r>
          </a:p>
          <a:p>
            <a:pPr marL="0" indent="0">
              <a:buNone/>
            </a:pPr>
            <a:endParaRPr lang="de-DE" sz="1600" dirty="0"/>
          </a:p>
          <a:p>
            <a:endParaRPr lang="de-DE" sz="1600" dirty="0" smtClean="0"/>
          </a:p>
          <a:p>
            <a:endParaRPr lang="de-DE" sz="1600" dirty="0" smtClean="0"/>
          </a:p>
          <a:p>
            <a:pPr marL="0" indent="0">
              <a:buNone/>
            </a:pPr>
            <a:endParaRPr lang="de-DE" sz="220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199" y="2644609"/>
            <a:ext cx="5571877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200" dirty="0" err="1" smtClean="0"/>
              <a:t>Simulativer</a:t>
            </a:r>
            <a:r>
              <a:rPr lang="de-DE" sz="2200" dirty="0" smtClean="0"/>
              <a:t> Betrieb/Skalierung</a:t>
            </a:r>
            <a:endParaRPr lang="de-DE" sz="2200" dirty="0" smtClean="0">
              <a:solidFill>
                <a:srgbClr val="FF0000"/>
              </a:solidFill>
            </a:endParaRPr>
          </a:p>
          <a:p>
            <a:r>
              <a:rPr lang="de-DE" sz="1800" dirty="0" smtClean="0">
                <a:solidFill>
                  <a:srgbClr val="FF0000"/>
                </a:solidFill>
              </a:rPr>
              <a:t>SUMO-Installation/Einarbeitung/Tutorial</a:t>
            </a:r>
          </a:p>
          <a:p>
            <a:r>
              <a:rPr lang="de-DE" sz="1800" dirty="0" smtClean="0">
                <a:solidFill>
                  <a:srgbClr val="FF0000"/>
                </a:solidFill>
              </a:rPr>
              <a:t>SUMO (3D): Platzierung von Ladeinfrastruktur</a:t>
            </a:r>
          </a:p>
          <a:p>
            <a:r>
              <a:rPr lang="de-DE" sz="1800" dirty="0" smtClean="0">
                <a:solidFill>
                  <a:srgbClr val="FF0000"/>
                </a:solidFill>
                <a:hlinkClick r:id="rId2"/>
              </a:rPr>
              <a:t>https://sumo.dlr.de/docs/Models/Electric.html</a:t>
            </a:r>
            <a:endParaRPr lang="de-DE" sz="1800" dirty="0" smtClean="0">
              <a:solidFill>
                <a:srgbClr val="FF0000"/>
              </a:solidFill>
            </a:endParaRPr>
          </a:p>
          <a:p>
            <a:r>
              <a:rPr lang="de-DE" sz="1800" dirty="0" smtClean="0">
                <a:solidFill>
                  <a:srgbClr val="FF0000"/>
                </a:solidFill>
              </a:rPr>
              <a:t>https://link.springer.com/chapter/10.1007/978-3-031-70392-8_43</a:t>
            </a:r>
            <a:endParaRPr lang="de-DE" sz="1800" dirty="0">
              <a:solidFill>
                <a:srgbClr val="FF0000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838200" y="1656663"/>
            <a:ext cx="1258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Projektplan</a:t>
            </a:r>
          </a:p>
        </p:txBody>
      </p:sp>
    </p:spTree>
    <p:extLst>
      <p:ext uri="{BB962C8B-B14F-4D97-AF65-F5344CB8AC3E}">
        <p14:creationId xmlns:p14="http://schemas.microsoft.com/office/powerpoint/2010/main" val="1756863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Breitbild</PresentationFormat>
  <Paragraphs>104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</vt:lpstr>
      <vt:lpstr>PowerPoint-Präsentation</vt:lpstr>
      <vt:lpstr>Simulation zum Ausbau bidirektionaler Ladeinfrastruktur</vt:lpstr>
      <vt:lpstr>Simulation zum Ausbau bidirektionaler Ladeinfrastruktur</vt:lpstr>
      <vt:lpstr>Nächsten Schritte</vt:lpstr>
    </vt:vector>
  </TitlesOfParts>
  <Company>Hochschule Esslingen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Gian Bruno Truöl</dc:creator>
  <cp:lastModifiedBy>Gian Bruno Truöl</cp:lastModifiedBy>
  <cp:revision>16</cp:revision>
  <dcterms:created xsi:type="dcterms:W3CDTF">2025-03-22T11:23:43Z</dcterms:created>
  <dcterms:modified xsi:type="dcterms:W3CDTF">2025-03-24T12:33:20Z</dcterms:modified>
</cp:coreProperties>
</file>