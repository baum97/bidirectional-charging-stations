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2" r:id="rId2"/>
  </p:sldIdLst>
  <p:sldSz cx="21383625" cy="30275213"/>
  <p:notesSz cx="6858000" cy="9144000"/>
  <p:defaultTextStyle>
    <a:defPPr>
      <a:defRPr lang="de-DE"/>
    </a:defPPr>
    <a:lvl1pPr algn="l" defTabSz="1042857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1pPr>
    <a:lvl2pPr marL="1042857" algn="l" defTabSz="1042857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2pPr>
    <a:lvl3pPr marL="2085713" algn="l" defTabSz="1042857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3pPr>
    <a:lvl4pPr marL="3128570" algn="l" defTabSz="1042857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4pPr>
    <a:lvl5pPr marL="4171426" algn="l" defTabSz="1042857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5pPr>
    <a:lvl6pPr marL="5214281" algn="l" defTabSz="2085713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6pPr>
    <a:lvl7pPr marL="6257138" algn="l" defTabSz="2085713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7pPr>
    <a:lvl8pPr marL="7299994" algn="l" defTabSz="2085713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8pPr>
    <a:lvl9pPr marL="8342851" algn="l" defTabSz="2085713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ヒラギノ角ゴ Pro W3" panose="020B0300000000000000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1"/>
    <p:restoredTop sz="94643"/>
  </p:normalViewPr>
  <p:slideViewPr>
    <p:cSldViewPr snapToGrid="0" snapToObjects="1">
      <p:cViewPr varScale="1">
        <p:scale>
          <a:sx n="36" d="100"/>
          <a:sy n="36" d="100"/>
        </p:scale>
        <p:origin x="19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7" d="100"/>
          <a:sy n="117" d="100"/>
        </p:scale>
        <p:origin x="420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>
            <a:extLst>
              <a:ext uri="{FF2B5EF4-FFF2-40B4-BE49-F238E27FC236}">
                <a16:creationId xmlns:a16="http://schemas.microsoft.com/office/drawing/2014/main" id="{02489336-3EFA-E54D-BD2F-086792462E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EFF3E6A-FDCE-6C41-A53E-4833E3D3BD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ヒラギノ角ゴ Pro W3" pitchFamily="125" charset="-128"/>
              </a:defRPr>
            </a:lvl1pPr>
          </a:lstStyle>
          <a:p>
            <a:pPr>
              <a:defRPr/>
            </a:pPr>
            <a:fld id="{0D0392FA-7FBD-2B47-9A2F-B8E208230918}" type="datetime1">
              <a:rPr lang="de-DE" altLang="de-DE"/>
              <a:pPr>
                <a:defRPr/>
              </a:pPr>
              <a:t>21.07.2025</a:t>
            </a:fld>
            <a:endParaRPr lang="de-DE" alt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BC15D0-144B-C741-8DE7-FCA243064A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6DE186-1442-CF40-A222-A0DF6BDDBE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9A7CA30-9BB1-FE41-9CC8-0DE22311224B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>
            <a:extLst>
              <a:ext uri="{FF2B5EF4-FFF2-40B4-BE49-F238E27FC236}">
                <a16:creationId xmlns:a16="http://schemas.microsoft.com/office/drawing/2014/main" id="{CBFBE346-3C46-284C-B8C4-03E1DB7D9A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979A19-ED2C-9E4E-BCB0-163C8FCE92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ヒラギノ角ゴ Pro W3" pitchFamily="125" charset="-128"/>
              </a:defRPr>
            </a:lvl1pPr>
          </a:lstStyle>
          <a:p>
            <a:pPr>
              <a:defRPr/>
            </a:pPr>
            <a:fld id="{4790A925-CA85-A243-B320-B64F6546297F}" type="datetime1">
              <a:rPr lang="de-DE" altLang="de-DE"/>
              <a:pPr>
                <a:defRPr/>
              </a:pPr>
              <a:t>21.07.2025</a:t>
            </a:fld>
            <a:endParaRPr lang="de-DE" alt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4F87E00D-EE75-2A47-9951-A67092BCF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8884FE96-1652-6344-8BE1-D101A8ADF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Mastertextformat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E6B56B-798F-044F-87EB-C351A3612E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2D9EFA-25A3-F541-8413-352AC3DA5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396676-0798-9D4A-B845-1396EB7B234A}" type="slidenum">
              <a:rPr lang="de-DE" altLang="de-DE"/>
              <a:pPr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1pPr>
    <a:lvl2pPr marL="1042857"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2pPr>
    <a:lvl3pPr marL="2085713"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3pPr>
    <a:lvl4pPr marL="3128570"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4pPr>
    <a:lvl5pPr marL="4171426"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5pPr>
    <a:lvl6pPr marL="5214281" algn="l" defTabSz="1042857" rtl="0" eaLnBrk="1" latinLnBrk="0" hangingPunct="1">
      <a:defRPr sz="2736" kern="1200">
        <a:solidFill>
          <a:schemeClr val="tx1"/>
        </a:solidFill>
        <a:latin typeface="+mn-lt"/>
        <a:ea typeface="+mn-ea"/>
        <a:cs typeface="+mn-cs"/>
      </a:defRPr>
    </a:lvl6pPr>
    <a:lvl7pPr marL="6257138" algn="l" defTabSz="1042857" rtl="0" eaLnBrk="1" latinLnBrk="0" hangingPunct="1">
      <a:defRPr sz="2736" kern="1200">
        <a:solidFill>
          <a:schemeClr val="tx1"/>
        </a:solidFill>
        <a:latin typeface="+mn-lt"/>
        <a:ea typeface="+mn-ea"/>
        <a:cs typeface="+mn-cs"/>
      </a:defRPr>
    </a:lvl7pPr>
    <a:lvl8pPr marL="7299994" algn="l" defTabSz="1042857" rtl="0" eaLnBrk="1" latinLnBrk="0" hangingPunct="1">
      <a:defRPr sz="2736" kern="1200">
        <a:solidFill>
          <a:schemeClr val="tx1"/>
        </a:solidFill>
        <a:latin typeface="+mn-lt"/>
        <a:ea typeface="+mn-ea"/>
        <a:cs typeface="+mn-cs"/>
      </a:defRPr>
    </a:lvl8pPr>
    <a:lvl9pPr marL="8342851" algn="l" defTabSz="1042857" rtl="0" eaLnBrk="1" latinLnBrk="0" hangingPunct="1">
      <a:defRPr sz="2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_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ung 7">
            <a:extLst>
              <a:ext uri="{FF2B5EF4-FFF2-40B4-BE49-F238E27FC236}">
                <a16:creationId xmlns:a16="http://schemas.microsoft.com/office/drawing/2014/main" id="{71CDD125-E2AE-A642-8BF9-24458AD28576}"/>
              </a:ext>
            </a:extLst>
          </p:cNvPr>
          <p:cNvGrpSpPr/>
          <p:nvPr/>
        </p:nvGrpSpPr>
        <p:grpSpPr>
          <a:xfrm>
            <a:off x="16321207" y="2"/>
            <a:ext cx="5040000" cy="30275213"/>
            <a:chOff x="6988813" y="0"/>
            <a:chExt cx="2155189" cy="6858000"/>
          </a:xfrm>
          <a:solidFill>
            <a:schemeClr val="bg1"/>
          </a:solidFill>
        </p:grpSpPr>
        <p:sp>
          <p:nvSpPr>
            <p:cNvPr id="5" name="Rechteck 8">
              <a:extLst>
                <a:ext uri="{FF2B5EF4-FFF2-40B4-BE49-F238E27FC236}">
                  <a16:creationId xmlns:a16="http://schemas.microsoft.com/office/drawing/2014/main" id="{4E6DE43C-ED9A-7D41-AE17-E4AED84E71AA}"/>
                </a:ext>
              </a:extLst>
            </p:cNvPr>
            <p:cNvSpPr/>
            <p:nvPr/>
          </p:nvSpPr>
          <p:spPr>
            <a:xfrm>
              <a:off x="8869364" y="0"/>
              <a:ext cx="274638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6" name="Rechteck 9">
              <a:extLst>
                <a:ext uri="{FF2B5EF4-FFF2-40B4-BE49-F238E27FC236}">
                  <a16:creationId xmlns:a16="http://schemas.microsoft.com/office/drawing/2014/main" id="{0B9AAE40-2C58-B14D-823F-5F7FCB21EF22}"/>
                </a:ext>
              </a:extLst>
            </p:cNvPr>
            <p:cNvSpPr/>
            <p:nvPr/>
          </p:nvSpPr>
          <p:spPr>
            <a:xfrm>
              <a:off x="6988813" y="1"/>
              <a:ext cx="2155189" cy="9652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7" name="Rechteck 10">
              <a:extLst>
                <a:ext uri="{FF2B5EF4-FFF2-40B4-BE49-F238E27FC236}">
                  <a16:creationId xmlns:a16="http://schemas.microsoft.com/office/drawing/2014/main" id="{568A15E7-E91B-C841-8754-DB3B866471F7}"/>
                </a:ext>
              </a:extLst>
            </p:cNvPr>
            <p:cNvSpPr/>
            <p:nvPr/>
          </p:nvSpPr>
          <p:spPr>
            <a:xfrm>
              <a:off x="6988813" y="6587067"/>
              <a:ext cx="2155189" cy="2709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Bild 14">
            <a:extLst>
              <a:ext uri="{FF2B5EF4-FFF2-40B4-BE49-F238E27FC236}">
                <a16:creationId xmlns:a16="http://schemas.microsoft.com/office/drawing/2014/main" id="{3217B26D-6C0A-6145-932D-57B4C8857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6760947" y="1146084"/>
            <a:ext cx="405384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383382" y="896507"/>
            <a:ext cx="15600246" cy="27985936"/>
          </a:xfrm>
          <a:prstGeom prst="rect">
            <a:avLst/>
          </a:prstGeom>
          <a:ln>
            <a:noFill/>
          </a:ln>
        </p:spPr>
        <p:txBody>
          <a:bodyPr/>
          <a:lstStyle>
            <a:lvl1pPr marL="79365" marR="0" indent="0" algn="l" defTabSz="1007935" rtl="0" eaLnBrk="1" fontAlgn="auto" latinLnBrk="0" hangingPunct="1">
              <a:lnSpc>
                <a:spcPts val="2866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Lucida Grande"/>
              <a:buNone/>
              <a:tabLst/>
              <a:defRPr lang="de-DE" sz="4800" kern="1200" cap="all" spc="221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1007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015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023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031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039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047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055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063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6229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6457B51E-7F5F-3F45-A2EF-EB8A2C308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616508" y="29343135"/>
            <a:ext cx="1347615" cy="932080"/>
          </a:xfrm>
          <a:prstGeom prst="rect">
            <a:avLst/>
          </a:prstGeom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205">
                <a:solidFill>
                  <a:srgbClr val="002D58"/>
                </a:solidFill>
              </a:defRPr>
            </a:lvl1pPr>
          </a:lstStyle>
          <a:p>
            <a:fld id="{EADB0D5C-BBC4-3741-9AED-C45BA2924DA5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02A44B85-53EB-A947-9C3C-B4F8B87F4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5473" y="29343135"/>
            <a:ext cx="1949027" cy="932080"/>
          </a:xfrm>
          <a:prstGeom prst="rect">
            <a:avLst/>
          </a:prstGeom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205">
                <a:solidFill>
                  <a:srgbClr val="002D58"/>
                </a:solidFill>
                <a:ea typeface="ヒラギノ角ゴ Pro W3" pitchFamily="125" charset="-128"/>
              </a:defRPr>
            </a:lvl1pPr>
          </a:lstStyle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34A0C110-CFEB-5447-973A-008CA1DD4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14497" y="29343135"/>
            <a:ext cx="13914206" cy="932080"/>
          </a:xfrm>
          <a:prstGeom prst="rect">
            <a:avLst/>
          </a:prstGeom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>
              <a:defRPr sz="2205">
                <a:solidFill>
                  <a:srgbClr val="002D58"/>
                </a:solidFill>
                <a:ea typeface="ヒラギノ角ゴ Pro W3" pitchFamily="125" charset="-128"/>
              </a:defRPr>
            </a:lvl1pPr>
          </a:lstStyle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1029" name="Textfeld 3">
            <a:extLst>
              <a:ext uri="{FF2B5EF4-FFF2-40B4-BE49-F238E27FC236}">
                <a16:creationId xmlns:a16="http://schemas.microsoft.com/office/drawing/2014/main" id="{F518BDAB-9856-A340-A6A5-1C6CB5B54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27584" y="27408885"/>
            <a:ext cx="2138363" cy="403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9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Textplatzhalter 29">
            <a:extLst>
              <a:ext uri="{FF2B5EF4-FFF2-40B4-BE49-F238E27FC236}">
                <a16:creationId xmlns:a16="http://schemas.microsoft.com/office/drawing/2014/main" id="{30F93EC0-1667-AC48-9E3C-08395060A6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65469" y="7372574"/>
            <a:ext cx="19312613" cy="210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31" name="Textfeld 5">
            <a:extLst>
              <a:ext uri="{FF2B5EF4-FFF2-40B4-BE49-F238E27FC236}">
                <a16:creationId xmlns:a16="http://schemas.microsoft.com/office/drawing/2014/main" id="{CF528D26-862F-4B4B-BF5C-B28783908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3907" y="1541797"/>
            <a:ext cx="2138363" cy="403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103177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ヒラギノ角ゴ Pro W3" pitchFamily="125" charset="-128"/>
              </a:defRPr>
            </a:lvl9pPr>
          </a:lstStyle>
          <a:p>
            <a:pPr>
              <a:lnSpc>
                <a:spcPts val="2205"/>
              </a:lnSpc>
              <a:defRPr/>
            </a:pPr>
            <a:endParaRPr lang="de-DE" altLang="de-DE" sz="4409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</p:sldLayoutIdLst>
  <p:hf hdr="0" dt="0"/>
  <p:txStyles>
    <p:titleStyle>
      <a:lvl1pPr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 kern="1200" cap="all">
          <a:solidFill>
            <a:srgbClr val="D7193C"/>
          </a:solidFill>
          <a:latin typeface="+mj-lt"/>
          <a:ea typeface="ヒラギノ角ゴ Pro W3" pitchFamily="125" charset="-128"/>
          <a:cs typeface="+mj-cs"/>
        </a:defRPr>
      </a:lvl1pPr>
      <a:lvl2pPr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>
          <a:solidFill>
            <a:srgbClr val="D7193C"/>
          </a:solidFill>
          <a:latin typeface="Calibri" pitchFamily="34" charset="0"/>
          <a:ea typeface="ヒラギノ角ゴ Pro W3" pitchFamily="125" charset="-128"/>
        </a:defRPr>
      </a:lvl2pPr>
      <a:lvl3pPr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>
          <a:solidFill>
            <a:srgbClr val="D7193C"/>
          </a:solidFill>
          <a:latin typeface="Calibri" pitchFamily="34" charset="0"/>
          <a:ea typeface="ヒラギノ角ゴ Pro W3" pitchFamily="125" charset="-128"/>
        </a:defRPr>
      </a:lvl3pPr>
      <a:lvl4pPr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>
          <a:solidFill>
            <a:srgbClr val="D7193C"/>
          </a:solidFill>
          <a:latin typeface="Calibri" pitchFamily="34" charset="0"/>
          <a:ea typeface="ヒラギノ角ゴ Pro W3" pitchFamily="125" charset="-128"/>
        </a:defRPr>
      </a:lvl4pPr>
      <a:lvl5pPr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>
          <a:solidFill>
            <a:srgbClr val="D7193C"/>
          </a:solidFill>
          <a:latin typeface="Calibri" pitchFamily="34" charset="0"/>
          <a:ea typeface="ヒラギノ角ゴ Pro W3" pitchFamily="125" charset="-128"/>
        </a:defRPr>
      </a:lvl5pPr>
      <a:lvl6pPr marL="1007935"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>
          <a:solidFill>
            <a:srgbClr val="D7193C"/>
          </a:solidFill>
          <a:latin typeface="Calibri" pitchFamily="34" charset="0"/>
          <a:ea typeface="ヒラギノ角ゴ Pro W3" pitchFamily="125" charset="-128"/>
        </a:defRPr>
      </a:lvl6pPr>
      <a:lvl7pPr marL="2015870"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>
          <a:solidFill>
            <a:srgbClr val="D7193C"/>
          </a:solidFill>
          <a:latin typeface="Calibri" pitchFamily="34" charset="0"/>
          <a:ea typeface="ヒラギノ角ゴ Pro W3" pitchFamily="125" charset="-128"/>
        </a:defRPr>
      </a:lvl7pPr>
      <a:lvl8pPr marL="3023804"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>
          <a:solidFill>
            <a:srgbClr val="D7193C"/>
          </a:solidFill>
          <a:latin typeface="Calibri" pitchFamily="34" charset="0"/>
          <a:ea typeface="ヒラギノ角ゴ Pro W3" pitchFamily="125" charset="-128"/>
        </a:defRPr>
      </a:lvl8pPr>
      <a:lvl9pPr marL="4031739" algn="l" defTabSz="1007935" rtl="0" eaLnBrk="1" fontAlgn="base" hangingPunct="1">
        <a:lnSpc>
          <a:spcPts val="2866"/>
        </a:lnSpc>
        <a:spcBef>
          <a:spcPct val="0"/>
        </a:spcBef>
        <a:spcAft>
          <a:spcPct val="0"/>
        </a:spcAft>
        <a:defRPr sz="5292">
          <a:solidFill>
            <a:srgbClr val="D7193C"/>
          </a:solidFill>
          <a:latin typeface="Calibri" pitchFamily="34" charset="0"/>
          <a:ea typeface="ヒラギノ角ゴ Pro W3" pitchFamily="125" charset="-128"/>
        </a:defRPr>
      </a:lvl9pPr>
    </p:titleStyle>
    <p:bodyStyle>
      <a:lvl1pPr algn="l" defTabSz="1007935" rtl="0" eaLnBrk="1" fontAlgn="base" hangingPunct="1">
        <a:spcBef>
          <a:spcPct val="0"/>
        </a:spcBef>
        <a:spcAft>
          <a:spcPct val="0"/>
        </a:spcAft>
        <a:buSzPct val="90000"/>
        <a:buFont typeface="Lucida Grande" panose="020B0600040502020204" pitchFamily="34" charset="0"/>
        <a:defRPr sz="4850" kern="1200">
          <a:solidFill>
            <a:srgbClr val="002D58"/>
          </a:solidFill>
          <a:latin typeface="+mn-lt"/>
          <a:ea typeface="ヒラギノ角ゴ Pro W3" pitchFamily="125" charset="-128"/>
          <a:cs typeface="+mn-cs"/>
        </a:defRPr>
      </a:lvl1pPr>
      <a:lvl2pPr marL="755951" indent="-755951" algn="l" defTabSz="1007935" rtl="0" eaLnBrk="1" fontAlgn="base" hangingPunct="1">
        <a:spcBef>
          <a:spcPct val="0"/>
        </a:spcBef>
        <a:spcAft>
          <a:spcPct val="0"/>
        </a:spcAft>
        <a:buSzPct val="90000"/>
        <a:buFont typeface="Lucida Grande" panose="020B0600040502020204" pitchFamily="34" charset="0"/>
        <a:buChar char="I"/>
        <a:defRPr sz="4850" kern="1200">
          <a:solidFill>
            <a:srgbClr val="002D58"/>
          </a:solidFill>
          <a:latin typeface="+mn-lt"/>
          <a:ea typeface="ヒラギノ角ゴ Pro W3" pitchFamily="125" charset="-128"/>
          <a:cs typeface="+mn-cs"/>
        </a:defRPr>
      </a:lvl2pPr>
      <a:lvl3pPr marL="1574899" indent="-787450" algn="l" defTabSz="1007935" rtl="0" eaLnBrk="1" fontAlgn="base" hangingPunct="1">
        <a:spcBef>
          <a:spcPct val="0"/>
        </a:spcBef>
        <a:spcAft>
          <a:spcPct val="0"/>
        </a:spcAft>
        <a:buSzPct val="90000"/>
        <a:buFont typeface="Lucida Grande" panose="020B0600040502020204" pitchFamily="34" charset="0"/>
        <a:buChar char="I"/>
        <a:defRPr kern="1200">
          <a:solidFill>
            <a:srgbClr val="002D58"/>
          </a:solidFill>
          <a:latin typeface="+mn-lt"/>
          <a:ea typeface="ヒラギノ角ゴ Pro W3" pitchFamily="125" charset="-128"/>
          <a:cs typeface="+mn-cs"/>
        </a:defRPr>
      </a:lvl3pPr>
      <a:lvl4pPr marL="2365847" indent="-790949" algn="l" defTabSz="1007935" rtl="0" eaLnBrk="1" fontAlgn="base" hangingPunct="1">
        <a:spcBef>
          <a:spcPct val="0"/>
        </a:spcBef>
        <a:spcAft>
          <a:spcPct val="0"/>
        </a:spcAft>
        <a:buSzPct val="90000"/>
        <a:buFont typeface="Lucida Grande" panose="020B0600040502020204" pitchFamily="34" charset="0"/>
        <a:buChar char="I"/>
        <a:defRPr kern="1200">
          <a:solidFill>
            <a:srgbClr val="002D58"/>
          </a:solidFill>
          <a:latin typeface="+mn-lt"/>
          <a:ea typeface="ヒラギノ角ゴ Pro W3" pitchFamily="125" charset="-128"/>
          <a:cs typeface="+mn-cs"/>
        </a:defRPr>
      </a:lvl4pPr>
      <a:lvl5pPr marL="3174295" indent="-808449" algn="l" defTabSz="1007935" rtl="0" eaLnBrk="1" fontAlgn="base" hangingPunct="1">
        <a:spcBef>
          <a:spcPct val="0"/>
        </a:spcBef>
        <a:spcAft>
          <a:spcPct val="0"/>
        </a:spcAft>
        <a:buSzPct val="90000"/>
        <a:buFont typeface="Lucida Grande" panose="020B0600040502020204" pitchFamily="34" charset="0"/>
        <a:buChar char="I"/>
        <a:defRPr kern="1200">
          <a:solidFill>
            <a:srgbClr val="002D58"/>
          </a:solidFill>
          <a:latin typeface="+mn-lt"/>
          <a:ea typeface="ヒラギノ角ゴ Pro W3" pitchFamily="125" charset="-128"/>
          <a:cs typeface="+mn-cs"/>
        </a:defRPr>
      </a:lvl5pPr>
      <a:lvl6pPr marL="5543641" indent="-503967" algn="l" defTabSz="1007935" rtl="0" eaLnBrk="1" latinLnBrk="0" hangingPunct="1">
        <a:spcBef>
          <a:spcPct val="20000"/>
        </a:spcBef>
        <a:buFont typeface="Arial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6pPr>
      <a:lvl7pPr marL="6551576" indent="-503967" algn="l" defTabSz="1007935" rtl="0" eaLnBrk="1" latinLnBrk="0" hangingPunct="1">
        <a:spcBef>
          <a:spcPct val="20000"/>
        </a:spcBef>
        <a:buFont typeface="Arial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7pPr>
      <a:lvl8pPr marL="7559511" indent="-503967" algn="l" defTabSz="1007935" rtl="0" eaLnBrk="1" latinLnBrk="0" hangingPunct="1">
        <a:spcBef>
          <a:spcPct val="20000"/>
        </a:spcBef>
        <a:buFont typeface="Arial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8pPr>
      <a:lvl9pPr marL="8567446" indent="-503967" algn="l" defTabSz="1007935" rtl="0" eaLnBrk="1" latinLnBrk="0" hangingPunct="1">
        <a:spcBef>
          <a:spcPct val="20000"/>
        </a:spcBef>
        <a:buFont typeface="Arial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35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870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804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739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674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609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544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478" algn="l" defTabSz="1007935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feld 9">
            <a:extLst>
              <a:ext uri="{FF2B5EF4-FFF2-40B4-BE49-F238E27FC236}">
                <a16:creationId xmlns:a16="http://schemas.microsoft.com/office/drawing/2014/main" id="{3F0A49E9-469A-5A4A-B222-0FBAEB3BF90F}"/>
              </a:ext>
            </a:extLst>
          </p:cNvPr>
          <p:cNvSpPr txBox="1"/>
          <p:nvPr/>
        </p:nvSpPr>
        <p:spPr>
          <a:xfrm>
            <a:off x="383382" y="4012437"/>
            <a:ext cx="16990218" cy="243143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5400" b="1" dirty="0">
                <a:latin typeface="+mn-lt"/>
                <a:ea typeface="+mn-ea"/>
                <a:cs typeface="Calibri"/>
              </a:rPr>
              <a:t>Task 1: </a:t>
            </a:r>
            <a:r>
              <a:rPr lang="de-DE" sz="5400" b="1" dirty="0" err="1">
                <a:latin typeface="+mn-lt"/>
                <a:ea typeface="+mn-ea"/>
                <a:cs typeface="Calibri"/>
              </a:rPr>
              <a:t>Identification</a:t>
            </a:r>
            <a:r>
              <a:rPr lang="de-DE" sz="5400" b="1" dirty="0">
                <a:latin typeface="+mn-lt"/>
                <a:ea typeface="+mn-ea"/>
                <a:cs typeface="Calibri"/>
              </a:rPr>
              <a:t> </a:t>
            </a:r>
            <a:r>
              <a:rPr lang="de-DE" sz="5400" b="1" dirty="0" err="1">
                <a:latin typeface="+mn-lt"/>
                <a:ea typeface="+mn-ea"/>
                <a:cs typeface="Calibri"/>
              </a:rPr>
              <a:t>of</a:t>
            </a:r>
            <a:r>
              <a:rPr lang="de-DE" sz="5400" b="1" dirty="0">
                <a:latin typeface="+mn-lt"/>
                <a:ea typeface="+mn-ea"/>
                <a:cs typeface="Calibri"/>
              </a:rPr>
              <a:t> possible </a:t>
            </a:r>
            <a:r>
              <a:rPr lang="de-DE" sz="5400" b="1" dirty="0" err="1">
                <a:latin typeface="+mn-lt"/>
                <a:ea typeface="+mn-ea"/>
                <a:cs typeface="Calibri"/>
              </a:rPr>
              <a:t>locations</a:t>
            </a:r>
            <a:r>
              <a:rPr lang="de-DE" sz="5400" b="1" dirty="0">
                <a:latin typeface="+mn-lt"/>
                <a:ea typeface="+mn-ea"/>
                <a:cs typeface="Calibri"/>
              </a:rPr>
              <a:t> </a:t>
            </a:r>
            <a:r>
              <a:rPr lang="de-DE" sz="5400" b="1" dirty="0" err="1">
                <a:latin typeface="+mn-lt"/>
                <a:ea typeface="+mn-ea"/>
                <a:cs typeface="Calibri"/>
              </a:rPr>
              <a:t>for</a:t>
            </a:r>
            <a:r>
              <a:rPr lang="de-DE" sz="5400" b="1" dirty="0">
                <a:latin typeface="+mn-lt"/>
                <a:ea typeface="+mn-ea"/>
                <a:cs typeface="Calibri"/>
              </a:rPr>
              <a:t> (</a:t>
            </a:r>
            <a:r>
              <a:rPr lang="de-DE" sz="5400" b="1" dirty="0" err="1">
                <a:latin typeface="+mn-lt"/>
                <a:ea typeface="+mn-ea"/>
                <a:cs typeface="Calibri"/>
              </a:rPr>
              <a:t>bidirectional</a:t>
            </a:r>
            <a:r>
              <a:rPr lang="de-DE" sz="5400" b="1" dirty="0">
                <a:latin typeface="+mn-lt"/>
                <a:ea typeface="+mn-ea"/>
                <a:cs typeface="Calibri"/>
              </a:rPr>
              <a:t>) EV </a:t>
            </a:r>
            <a:r>
              <a:rPr lang="de-DE" sz="5400" b="1" dirty="0" err="1">
                <a:latin typeface="+mn-lt"/>
                <a:ea typeface="+mn-ea"/>
                <a:cs typeface="Calibri"/>
              </a:rPr>
              <a:t>charging</a:t>
            </a:r>
            <a:r>
              <a:rPr lang="de-DE" sz="5400" b="1" dirty="0">
                <a:latin typeface="+mn-lt"/>
                <a:ea typeface="+mn-ea"/>
                <a:cs typeface="Calibri"/>
              </a:rPr>
              <a:t> </a:t>
            </a:r>
            <a:r>
              <a:rPr lang="de-DE" sz="5400" b="1" dirty="0" err="1">
                <a:latin typeface="+mn-lt"/>
                <a:ea typeface="+mn-ea"/>
                <a:cs typeface="Calibri"/>
              </a:rPr>
              <a:t>infrastructure</a:t>
            </a:r>
            <a:endParaRPr lang="de-DE" sz="5400" b="1" dirty="0">
              <a:latin typeface="+mn-lt"/>
              <a:ea typeface="+mn-ea"/>
              <a:cs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4400" dirty="0">
                <a:latin typeface="+mn-lt"/>
                <a:ea typeface="+mn-ea"/>
                <a:cs typeface="Calibri"/>
              </a:rPr>
              <a:t>Text nicht zu klein (bei DIN A1 min. 44)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56B985A-FD4D-D946-9928-DE8947EAB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382" y="1201307"/>
            <a:ext cx="15600246" cy="2200602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de-DE" dirty="0">
                <a:solidFill>
                  <a:schemeClr val="tx1"/>
                </a:solidFill>
                <a:latin typeface="+mn-lt"/>
              </a:rPr>
              <a:t>Scenario-Driven EV Charger Distribution </a:t>
            </a:r>
            <a:r>
              <a:rPr lang="de-DE" dirty="0" err="1">
                <a:solidFill>
                  <a:schemeClr val="tx1"/>
                </a:solidFill>
                <a:latin typeface="+mn-lt"/>
              </a:rPr>
              <a:t>with</a:t>
            </a:r>
            <a:r>
              <a:rPr lang="de-DE" dirty="0">
                <a:solidFill>
                  <a:schemeClr val="tx1"/>
                </a:solidFill>
                <a:latin typeface="+mn-lt"/>
              </a:rPr>
              <a:t> SUMO &amp; MATSIM</a:t>
            </a:r>
            <a:br>
              <a:rPr lang="de-DE" sz="4400" dirty="0">
                <a:solidFill>
                  <a:schemeClr val="tx1"/>
                </a:solidFill>
                <a:latin typeface="+mn-lt"/>
              </a:rPr>
            </a:br>
            <a:r>
              <a:rPr lang="de-DE" sz="4000" cap="none" dirty="0">
                <a:solidFill>
                  <a:schemeClr val="tx1"/>
                </a:solidFill>
                <a:latin typeface="+mn-lt"/>
              </a:rPr>
              <a:t>Achim Baumgärtner, Erik Weigand, Hochschule Esslingen</a:t>
            </a:r>
          </a:p>
        </p:txBody>
      </p:sp>
      <p:sp>
        <p:nvSpPr>
          <p:cNvPr id="54" name="Textfeld 9">
            <a:extLst>
              <a:ext uri="{FF2B5EF4-FFF2-40B4-BE49-F238E27FC236}">
                <a16:creationId xmlns:a16="http://schemas.microsoft.com/office/drawing/2014/main" id="{299187BF-819B-6F4D-B43B-C0AC1EB82971}"/>
              </a:ext>
            </a:extLst>
          </p:cNvPr>
          <p:cNvSpPr txBox="1"/>
          <p:nvPr/>
        </p:nvSpPr>
        <p:spPr>
          <a:xfrm>
            <a:off x="383382" y="10654192"/>
            <a:ext cx="12003286" cy="2208297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DE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PSEUDO_CODE(</a:t>
            </a:r>
            <a:r>
              <a:rPr lang="de-DE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</a:t>
            </a: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mit_courier_new_ists_lesbarer</a:t>
            </a: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durch_einrueckung</a:t>
            </a: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</a:t>
            </a: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DE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0" name="Textfeld 9">
            <a:extLst>
              <a:ext uri="{FF2B5EF4-FFF2-40B4-BE49-F238E27FC236}">
                <a16:creationId xmlns:a16="http://schemas.microsoft.com/office/drawing/2014/main" id="{CB55664E-7823-7247-915C-E7E0704A431F}"/>
              </a:ext>
            </a:extLst>
          </p:cNvPr>
          <p:cNvSpPr txBox="1"/>
          <p:nvPr/>
        </p:nvSpPr>
        <p:spPr>
          <a:xfrm>
            <a:off x="383382" y="6816510"/>
            <a:ext cx="19872000" cy="36317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atin typeface="+mn-lt"/>
                <a:ea typeface="+mn-ea"/>
                <a:cs typeface="Calibri"/>
              </a:rPr>
              <a:t>Task 2: Simulative scaling of the (bidirectional) charging infrastructure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4400" dirty="0">
                <a:latin typeface="+mn-lt"/>
                <a:ea typeface="+mn-ea"/>
                <a:cs typeface="Calibri"/>
              </a:rPr>
              <a:t>Weitere Erklärungen in einem Abschnitt mit Flattersatz:</a:t>
            </a:r>
          </a:p>
          <a:p>
            <a:pPr marL="1728657" lvl="1" indent="-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de-DE" sz="4400" dirty="0">
                <a:latin typeface="+mn-lt"/>
                <a:ea typeface="+mn-ea"/>
                <a:cs typeface="Calibri"/>
              </a:rPr>
              <a:t>Lieber kurze, prägnante Sätze,</a:t>
            </a:r>
          </a:p>
          <a:p>
            <a:pPr marL="1728657" lvl="1" indent="-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de-DE" sz="4400" dirty="0">
                <a:latin typeface="+mn-lt"/>
                <a:ea typeface="+mn-ea"/>
                <a:cs typeface="Calibri"/>
              </a:rPr>
              <a:t>Als  langwierige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Lorem-ipsum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AbsätzeEin</a:t>
            </a:r>
            <a:r>
              <a:rPr lang="de-DE" sz="4400" dirty="0">
                <a:latin typeface="+mn-lt"/>
                <a:ea typeface="+mn-ea"/>
                <a:cs typeface="Calibri"/>
              </a:rPr>
              <a:t> Beispiel für Referenzen [1] sind unten aufgeführt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8D2767F-BCC5-A745-ADEA-031243F94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61" y="13009292"/>
            <a:ext cx="8643709" cy="6663600"/>
          </a:xfrm>
          <a:prstGeom prst="rect">
            <a:avLst/>
          </a:prstGeom>
        </p:spPr>
      </p:pic>
      <p:sp>
        <p:nvSpPr>
          <p:cNvPr id="67" name="Textfeld 9">
            <a:extLst>
              <a:ext uri="{FF2B5EF4-FFF2-40B4-BE49-F238E27FC236}">
                <a16:creationId xmlns:a16="http://schemas.microsoft.com/office/drawing/2014/main" id="{A412D377-9E26-764C-9309-CCC27A26866C}"/>
              </a:ext>
            </a:extLst>
          </p:cNvPr>
          <p:cNvSpPr txBox="1"/>
          <p:nvPr/>
        </p:nvSpPr>
        <p:spPr>
          <a:xfrm>
            <a:off x="699261" y="20124919"/>
            <a:ext cx="9380710" cy="672941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DE" sz="4400" dirty="0">
                <a:latin typeface="+mn-lt"/>
                <a:ea typeface="+mn-ea"/>
                <a:cs typeface="Calibri"/>
              </a:rPr>
              <a:t>Bild 1: Bilderunterschrift kurz &amp; prägnant</a:t>
            </a:r>
            <a:endParaRPr lang="de-DE" sz="4400" dirty="0">
              <a:latin typeface="+mn-lt"/>
              <a:cs typeface="Calibri"/>
            </a:endParaRPr>
          </a:p>
        </p:txBody>
      </p:sp>
      <p:sp>
        <p:nvSpPr>
          <p:cNvPr id="69" name="Textfeld 9">
            <a:extLst>
              <a:ext uri="{FF2B5EF4-FFF2-40B4-BE49-F238E27FC236}">
                <a16:creationId xmlns:a16="http://schemas.microsoft.com/office/drawing/2014/main" id="{5F72C584-8658-3249-93D8-9E7DF74EE1A7}"/>
              </a:ext>
            </a:extLst>
          </p:cNvPr>
          <p:cNvSpPr txBox="1"/>
          <p:nvPr/>
        </p:nvSpPr>
        <p:spPr>
          <a:xfrm>
            <a:off x="10608066" y="20124919"/>
            <a:ext cx="8708859" cy="672941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DE" sz="4400" dirty="0">
                <a:latin typeface="+mn-lt"/>
                <a:ea typeface="+mn-ea"/>
                <a:cs typeface="Calibri"/>
              </a:rPr>
              <a:t>Bild 2: Texte im Bild sollten lesbar sein</a:t>
            </a:r>
            <a:endParaRPr lang="de-DE" sz="4400" dirty="0">
              <a:latin typeface="+mn-lt"/>
              <a:cs typeface="Calibri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47B1A920-3B9C-2C47-9D10-7A2557E93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774" y="13009292"/>
            <a:ext cx="8327426" cy="6664101"/>
          </a:xfrm>
          <a:prstGeom prst="rect">
            <a:avLst/>
          </a:prstGeom>
        </p:spPr>
      </p:pic>
      <p:sp>
        <p:nvSpPr>
          <p:cNvPr id="76" name="Textfeld 9">
            <a:extLst>
              <a:ext uri="{FF2B5EF4-FFF2-40B4-BE49-F238E27FC236}">
                <a16:creationId xmlns:a16="http://schemas.microsoft.com/office/drawing/2014/main" id="{0FF0E07D-34A6-4348-9A6A-036CF0863A80}"/>
              </a:ext>
            </a:extLst>
          </p:cNvPr>
          <p:cNvSpPr txBox="1"/>
          <p:nvPr/>
        </p:nvSpPr>
        <p:spPr>
          <a:xfrm>
            <a:off x="383382" y="28299500"/>
            <a:ext cx="19872000" cy="76944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4400" b="1" dirty="0">
                <a:latin typeface="+mn-lt"/>
              </a:rPr>
              <a:t>[1] Name, Vorname: Titel, Journalname, Jahr</a:t>
            </a:r>
            <a:endParaRPr lang="de-DE" sz="4400" dirty="0">
              <a:latin typeface="+mn-lt"/>
              <a:cs typeface="Calibri"/>
            </a:endParaRPr>
          </a:p>
        </p:txBody>
      </p:sp>
      <p:sp>
        <p:nvSpPr>
          <p:cNvPr id="28" name="Textfeld 9">
            <a:extLst>
              <a:ext uri="{FF2B5EF4-FFF2-40B4-BE49-F238E27FC236}">
                <a16:creationId xmlns:a16="http://schemas.microsoft.com/office/drawing/2014/main" id="{A740209B-B8F2-E24B-9F4A-ABC1138B6BC1}"/>
              </a:ext>
            </a:extLst>
          </p:cNvPr>
          <p:cNvSpPr txBox="1"/>
          <p:nvPr/>
        </p:nvSpPr>
        <p:spPr>
          <a:xfrm>
            <a:off x="383382" y="21672623"/>
            <a:ext cx="19872000" cy="634019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5400" b="1" dirty="0">
                <a:latin typeface="+mn-lt"/>
                <a:ea typeface="+mn-ea"/>
                <a:cs typeface="Calibri"/>
              </a:rPr>
              <a:t>Überschrift, bspw. Fazit</a:t>
            </a:r>
          </a:p>
          <a:p>
            <a:pPr marL="685800" indent="-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de-DE" sz="4400" dirty="0" err="1">
                <a:latin typeface="+mn-lt"/>
                <a:ea typeface="+mn-ea"/>
                <a:cs typeface="Calibri"/>
              </a:rPr>
              <a:t>Lorem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ipsum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dolor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sit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amet</a:t>
            </a:r>
            <a:r>
              <a:rPr lang="de-DE" sz="4400" dirty="0">
                <a:latin typeface="+mn-lt"/>
                <a:ea typeface="+mn-ea"/>
                <a:cs typeface="Calibri"/>
              </a:rPr>
              <a:t>,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consetetur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sadipscing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elitr</a:t>
            </a:r>
            <a:r>
              <a:rPr lang="de-DE" sz="4400" dirty="0">
                <a:latin typeface="+mn-lt"/>
                <a:ea typeface="+mn-ea"/>
                <a:cs typeface="Calibri"/>
              </a:rPr>
              <a:t>,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sed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diam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nonumy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eirmod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tempor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invidunt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ut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labore</a:t>
            </a:r>
            <a:r>
              <a:rPr lang="de-DE" sz="4400" dirty="0">
                <a:latin typeface="+mn-lt"/>
                <a:ea typeface="+mn-ea"/>
                <a:cs typeface="Calibri"/>
              </a:rPr>
              <a:t> 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dolore</a:t>
            </a:r>
            <a:r>
              <a:rPr lang="de-DE" sz="4400" dirty="0">
                <a:latin typeface="+mn-lt"/>
                <a:ea typeface="+mn-ea"/>
                <a:cs typeface="Calibri"/>
              </a:rPr>
              <a:t> magna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aliquyam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erat</a:t>
            </a:r>
            <a:r>
              <a:rPr lang="de-DE" sz="4400" dirty="0">
                <a:latin typeface="+mn-lt"/>
                <a:ea typeface="+mn-ea"/>
                <a:cs typeface="Calibri"/>
              </a:rPr>
              <a:t>,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sed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diam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voluptua</a:t>
            </a:r>
            <a:r>
              <a:rPr lang="de-DE" sz="4400" dirty="0">
                <a:latin typeface="+mn-lt"/>
                <a:ea typeface="+mn-ea"/>
                <a:cs typeface="Calibri"/>
              </a:rPr>
              <a:t>. At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vero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eos</a:t>
            </a:r>
            <a:r>
              <a:rPr lang="de-DE" sz="4400" dirty="0">
                <a:latin typeface="+mn-lt"/>
                <a:ea typeface="+mn-ea"/>
                <a:cs typeface="Calibri"/>
              </a:rPr>
              <a:t> 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accusam</a:t>
            </a:r>
            <a:r>
              <a:rPr lang="de-DE" sz="4400" dirty="0">
                <a:latin typeface="+mn-lt"/>
                <a:ea typeface="+mn-ea"/>
                <a:cs typeface="Calibri"/>
              </a:rPr>
              <a:t> 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justo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duo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dolores</a:t>
            </a:r>
            <a:r>
              <a:rPr lang="de-DE" sz="4400" dirty="0">
                <a:latin typeface="+mn-lt"/>
                <a:ea typeface="+mn-ea"/>
                <a:cs typeface="Calibri"/>
              </a:rPr>
              <a:t> 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ea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rebum</a:t>
            </a:r>
            <a:r>
              <a:rPr lang="de-DE" sz="4400" dirty="0">
                <a:latin typeface="+mn-lt"/>
                <a:ea typeface="+mn-ea"/>
                <a:cs typeface="Calibri"/>
              </a:rPr>
              <a:t>. Stet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clita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kasd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gubergren</a:t>
            </a:r>
            <a:r>
              <a:rPr lang="de-DE" sz="4400" dirty="0">
                <a:latin typeface="+mn-lt"/>
                <a:ea typeface="+mn-ea"/>
                <a:cs typeface="Calibri"/>
              </a:rPr>
              <a:t>,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no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sea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takimata</a:t>
            </a:r>
            <a:r>
              <a:rPr lang="de-DE" sz="4400" dirty="0">
                <a:latin typeface="+mn-lt"/>
                <a:ea typeface="+mn-ea"/>
                <a:cs typeface="Calibri"/>
              </a:rPr>
              <a:t> sanctus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est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Lorem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ipsum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dolor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sit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amet</a:t>
            </a:r>
            <a:r>
              <a:rPr lang="de-DE" sz="4400" dirty="0">
                <a:latin typeface="+mn-lt"/>
                <a:ea typeface="+mn-ea"/>
                <a:cs typeface="Calibri"/>
              </a:rPr>
              <a:t>.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Lorem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ipsum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dolor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sit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amet</a:t>
            </a:r>
            <a:r>
              <a:rPr lang="de-DE" sz="4400" dirty="0">
                <a:latin typeface="+mn-lt"/>
                <a:ea typeface="+mn-ea"/>
                <a:cs typeface="Calibri"/>
              </a:rPr>
              <a:t>,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consetetur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sadipscing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elitr</a:t>
            </a:r>
            <a:r>
              <a:rPr lang="de-DE" sz="4400" dirty="0">
                <a:latin typeface="+mn-lt"/>
                <a:ea typeface="+mn-ea"/>
                <a:cs typeface="Calibri"/>
              </a:rPr>
              <a:t>,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sed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diam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nonumy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eirmod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tempor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invidunt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ut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labore</a:t>
            </a:r>
            <a:r>
              <a:rPr lang="de-DE" sz="4400" dirty="0">
                <a:latin typeface="+mn-lt"/>
                <a:ea typeface="+mn-ea"/>
                <a:cs typeface="Calibri"/>
              </a:rPr>
              <a:t> 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dolore</a:t>
            </a:r>
            <a:r>
              <a:rPr lang="de-DE" sz="4400" dirty="0">
                <a:latin typeface="+mn-lt"/>
                <a:ea typeface="+mn-ea"/>
                <a:cs typeface="Calibri"/>
              </a:rPr>
              <a:t> magna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aliquyam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erat</a:t>
            </a:r>
            <a:r>
              <a:rPr lang="de-DE" sz="4400" dirty="0">
                <a:latin typeface="+mn-lt"/>
                <a:ea typeface="+mn-ea"/>
                <a:cs typeface="Calibri"/>
              </a:rPr>
              <a:t>,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sed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diam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voluptua</a:t>
            </a:r>
            <a:r>
              <a:rPr lang="de-DE" sz="4400" dirty="0">
                <a:latin typeface="+mn-lt"/>
                <a:ea typeface="+mn-ea"/>
                <a:cs typeface="Calibri"/>
              </a:rPr>
              <a:t>. At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vero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eos</a:t>
            </a:r>
            <a:r>
              <a:rPr lang="de-DE" sz="4400" dirty="0">
                <a:latin typeface="+mn-lt"/>
                <a:ea typeface="+mn-ea"/>
                <a:cs typeface="Calibri"/>
              </a:rPr>
              <a:t> 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accusam</a:t>
            </a:r>
            <a:r>
              <a:rPr lang="de-DE" sz="4400" dirty="0">
                <a:latin typeface="+mn-lt"/>
                <a:ea typeface="+mn-ea"/>
                <a:cs typeface="Calibri"/>
              </a:rPr>
              <a:t> 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justo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duo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dolores</a:t>
            </a:r>
            <a:r>
              <a:rPr lang="de-DE" sz="4400" dirty="0">
                <a:latin typeface="+mn-lt"/>
                <a:ea typeface="+mn-ea"/>
                <a:cs typeface="Calibri"/>
              </a:rPr>
              <a:t> 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ea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rebum</a:t>
            </a:r>
            <a:r>
              <a:rPr lang="de-DE" sz="4400" dirty="0">
                <a:latin typeface="+mn-lt"/>
                <a:ea typeface="+mn-ea"/>
                <a:cs typeface="Calibri"/>
              </a:rPr>
              <a:t>. Stet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clita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kasd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gubergren</a:t>
            </a:r>
            <a:r>
              <a:rPr lang="de-DE" sz="4400" dirty="0">
                <a:latin typeface="+mn-lt"/>
                <a:ea typeface="+mn-ea"/>
                <a:cs typeface="Calibri"/>
              </a:rPr>
              <a:t>,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no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sea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takimata</a:t>
            </a:r>
            <a:r>
              <a:rPr lang="de-DE" sz="4400" dirty="0">
                <a:latin typeface="+mn-lt"/>
                <a:ea typeface="+mn-ea"/>
                <a:cs typeface="Calibri"/>
              </a:rPr>
              <a:t> sanctus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est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Lorem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ipsum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dolor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sit</a:t>
            </a:r>
            <a:r>
              <a:rPr lang="de-DE" sz="4400" dirty="0">
                <a:latin typeface="+mn-lt"/>
                <a:ea typeface="+mn-ea"/>
                <a:cs typeface="Calibri"/>
              </a:rPr>
              <a:t> </a:t>
            </a:r>
            <a:r>
              <a:rPr lang="de-DE" sz="4400" dirty="0" err="1">
                <a:latin typeface="+mn-lt"/>
                <a:ea typeface="+mn-ea"/>
                <a:cs typeface="Calibri"/>
              </a:rPr>
              <a:t>amet</a:t>
            </a:r>
            <a:r>
              <a:rPr lang="de-DE" sz="4400" dirty="0">
                <a:latin typeface="+mn-lt"/>
                <a:ea typeface="+mn-ea"/>
                <a:cs typeface="Calibri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0E669-E018-8948-B493-3B7DAC893373}"/>
              </a:ext>
            </a:extLst>
          </p:cNvPr>
          <p:cNvSpPr txBox="1"/>
          <p:nvPr/>
        </p:nvSpPr>
        <p:spPr>
          <a:xfrm>
            <a:off x="17907000" y="3162300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de-DE" sz="2000" cap="none" baseline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D4DE0-B47A-40AF-238B-8B0746A6AB05}"/>
              </a:ext>
            </a:extLst>
          </p:cNvPr>
          <p:cNvSpPr txBox="1"/>
          <p:nvPr/>
        </p:nvSpPr>
        <p:spPr>
          <a:xfrm>
            <a:off x="18790920" y="3154680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en-US" sz="2000" cap="none" baseline="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D14CB-FDE0-5A3B-14F5-59BC40A9D9D8}"/>
              </a:ext>
            </a:extLst>
          </p:cNvPr>
          <p:cNvSpPr txBox="1"/>
          <p:nvPr/>
        </p:nvSpPr>
        <p:spPr>
          <a:xfrm>
            <a:off x="17373600" y="3246120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en-US" sz="2000" cap="none" baseline="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2A5DB-DA31-9D12-707A-1A9CBE8108D3}"/>
              </a:ext>
            </a:extLst>
          </p:cNvPr>
          <p:cNvSpPr txBox="1"/>
          <p:nvPr/>
        </p:nvSpPr>
        <p:spPr>
          <a:xfrm>
            <a:off x="19336215" y="3412273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en-US" sz="2000" cap="none" baseline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9407347"/>
      </p:ext>
    </p:extLst>
  </p:cSld>
  <p:clrMapOvr>
    <a:masterClrMapping/>
  </p:clrMapOvr>
</p:sld>
</file>

<file path=ppt/theme/theme1.xml><?xml version="1.0" encoding="utf-8"?>
<a:theme xmlns:a="http://schemas.openxmlformats.org/drawingml/2006/main" name="HE_PP_Vorlage_Allgemein">
  <a:themeElements>
    <a:clrScheme name="Hochschule Esslingen 1">
      <a:dk1>
        <a:srgbClr val="002D58"/>
      </a:dk1>
      <a:lt1>
        <a:sysClr val="window" lastClr="FFFFFF"/>
      </a:lt1>
      <a:dk2>
        <a:srgbClr val="D70F3C"/>
      </a:dk2>
      <a:lt2>
        <a:srgbClr val="FFFFFF"/>
      </a:lt2>
      <a:accent1>
        <a:srgbClr val="00AADC"/>
      </a:accent1>
      <a:accent2>
        <a:srgbClr val="D6EAF8"/>
      </a:accent2>
      <a:accent3>
        <a:srgbClr val="DCDCDC"/>
      </a:accent3>
      <a:accent4>
        <a:srgbClr val="D7193C"/>
      </a:accent4>
      <a:accent5>
        <a:srgbClr val="002D58"/>
      </a:accent5>
      <a:accent6>
        <a:srgbClr val="FFFFFF"/>
      </a:accent6>
      <a:hlink>
        <a:srgbClr val="002D58"/>
      </a:hlink>
      <a:folHlink>
        <a:srgbClr val="002D5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lIns="0" tIns="46800" rIns="91440" bIns="45720" rtlCol="0" anchor="t">
        <a:noAutofit/>
      </a:bodyPr>
      <a:lstStyle>
        <a:defPPr>
          <a:lnSpc>
            <a:spcPts val="1000"/>
          </a:lnSpc>
          <a:defRPr sz="2000" cap="none" baseline="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HE_PP_Vorlage_Allgemein</Template>
  <TotalTime>0</TotalTime>
  <Words>259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Lucida Grande</vt:lpstr>
      <vt:lpstr>Arial</vt:lpstr>
      <vt:lpstr>Calibri</vt:lpstr>
      <vt:lpstr>Courier New</vt:lpstr>
      <vt:lpstr>HE_PP_Vorlage_Allgemein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Poster Template</dc:title>
  <dc:subject/>
  <dc:creator>Rainer Keller</dc:creator>
  <cp:keywords/>
  <dc:description/>
  <cp:lastModifiedBy>Erik Weigand</cp:lastModifiedBy>
  <cp:revision>236</cp:revision>
  <cp:lastPrinted>2019-09-20T14:36:16Z</cp:lastPrinted>
  <dcterms:created xsi:type="dcterms:W3CDTF">2018-10-25T12:27:21Z</dcterms:created>
  <dcterms:modified xsi:type="dcterms:W3CDTF">2025-07-21T00:16:58Z</dcterms:modified>
  <cp:category/>
</cp:coreProperties>
</file>