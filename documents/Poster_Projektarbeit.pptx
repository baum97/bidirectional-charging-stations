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51" r:id="rId1"/>
  </p:sldMasterIdLst>
  <p:notesMasterIdLst>
    <p:notesMasterId r:id="rId3"/>
  </p:notesMasterIdLst>
  <p:handoutMasterIdLst>
    <p:handoutMasterId r:id="rId4"/>
  </p:handoutMasterIdLst>
  <p:sldIdLst>
    <p:sldId id="284" r:id="rId2"/>
  </p:sldIdLst>
  <p:sldSz cx="21383625" cy="3027521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94" autoAdjust="0"/>
    <p:restoredTop sz="94643"/>
  </p:normalViewPr>
  <p:slideViewPr>
    <p:cSldViewPr snapToGrid="0" snapToObjects="1">
      <p:cViewPr varScale="1">
        <p:scale>
          <a:sx n="37" d="100"/>
          <a:sy n="37" d="100"/>
        </p:scale>
        <p:origin x="61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7" d="100"/>
          <a:sy n="117" d="100"/>
        </p:scale>
        <p:origin x="420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>
            <a:extLst>
              <a:ext uri="{FF2B5EF4-FFF2-40B4-BE49-F238E27FC236}">
                <a16:creationId xmlns:a16="http://schemas.microsoft.com/office/drawing/2014/main" id="{02489336-3EFA-E54D-BD2F-086792462E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EFF3E6A-FDCE-6C41-A53E-4833E3D3BD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ヒラギノ角ゴ Pro W3" pitchFamily="125" charset="-128"/>
              </a:defRPr>
            </a:lvl1pPr>
          </a:lstStyle>
          <a:p>
            <a:pPr>
              <a:defRPr/>
            </a:pPr>
            <a:fld id="{0D0392FA-7FBD-2B47-9A2F-B8E208230918}" type="datetime1">
              <a:rPr lang="de-DE" altLang="de-DE"/>
              <a:pPr>
                <a:defRPr/>
              </a:pPr>
              <a:t>21.07.2025</a:t>
            </a:fld>
            <a:endParaRPr lang="de-DE" alt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0BC15D0-144B-C741-8DE7-FCA243064A9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26DE186-1442-CF40-A222-A0DF6BDDBE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9A7CA30-9BB1-FE41-9CC8-0DE22311224B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>
            <a:extLst>
              <a:ext uri="{FF2B5EF4-FFF2-40B4-BE49-F238E27FC236}">
                <a16:creationId xmlns:a16="http://schemas.microsoft.com/office/drawing/2014/main" id="{CBFBE346-3C46-284C-B8C4-03E1DB7D9A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E979A19-ED2C-9E4E-BCB0-163C8FCE922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ヒラギノ角ゴ Pro W3" pitchFamily="125" charset="-128"/>
              </a:defRPr>
            </a:lvl1pPr>
          </a:lstStyle>
          <a:p>
            <a:pPr>
              <a:defRPr/>
            </a:pPr>
            <a:fld id="{4790A925-CA85-A243-B320-B64F6546297F}" type="datetime1">
              <a:rPr lang="de-DE" altLang="de-DE"/>
              <a:pPr>
                <a:defRPr/>
              </a:pPr>
              <a:t>21.07.2025</a:t>
            </a:fld>
            <a:endParaRPr lang="de-DE" altLang="de-DE"/>
          </a:p>
        </p:txBody>
      </p:sp>
      <p:sp>
        <p:nvSpPr>
          <p:cNvPr id="4" name="Folienbildplatzhalter 3">
            <a:extLst>
              <a:ext uri="{FF2B5EF4-FFF2-40B4-BE49-F238E27FC236}">
                <a16:creationId xmlns:a16="http://schemas.microsoft.com/office/drawing/2014/main" id="{4F87E00D-EE75-2A47-9951-A67092BCF8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8884FE96-1652-6344-8BE1-D101A8ADF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Mastertextformat bearbeiten</a:t>
            </a:r>
          </a:p>
          <a:p>
            <a:pPr lvl="1"/>
            <a:r>
              <a:rPr lang="de-DE" altLang="de-DE" noProof="0"/>
              <a:t>Zweite Ebene</a:t>
            </a:r>
          </a:p>
          <a:p>
            <a:pPr lvl="2"/>
            <a:r>
              <a:rPr lang="de-DE" altLang="de-DE" noProof="0"/>
              <a:t>Dritte Ebene</a:t>
            </a:r>
          </a:p>
          <a:p>
            <a:pPr lvl="3"/>
            <a:r>
              <a:rPr lang="de-DE" altLang="de-DE" noProof="0"/>
              <a:t>Vierte Ebene</a:t>
            </a:r>
          </a:p>
          <a:p>
            <a:pPr lvl="4"/>
            <a:r>
              <a:rPr lang="de-DE" altLang="de-DE" noProof="0"/>
              <a:t>Fünfte Ebene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BE6B56B-798F-044F-87EB-C351A3612E0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B2D9EFA-25A3-F541-8413-352AC3DA5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B396676-0798-9D4A-B845-1396EB7B234A}" type="slidenum">
              <a:rPr lang="de-DE" altLang="de-DE"/>
              <a:pPr/>
              <a:t>‹#›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1042857" rtl="0" eaLnBrk="0" fontAlgn="base" hangingPunct="0">
      <a:spcBef>
        <a:spcPct val="30000"/>
      </a:spcBef>
      <a:spcAft>
        <a:spcPct val="0"/>
      </a:spcAft>
      <a:defRPr sz="2736" kern="1200">
        <a:solidFill>
          <a:schemeClr val="tx1"/>
        </a:solidFill>
        <a:latin typeface="+mn-lt"/>
        <a:ea typeface="ヒラギノ角ゴ Pro W3" pitchFamily="125" charset="-128"/>
        <a:cs typeface="+mn-cs"/>
      </a:defRPr>
    </a:lvl1pPr>
    <a:lvl2pPr marL="1042857" algn="l" defTabSz="1042857" rtl="0" eaLnBrk="0" fontAlgn="base" hangingPunct="0">
      <a:spcBef>
        <a:spcPct val="30000"/>
      </a:spcBef>
      <a:spcAft>
        <a:spcPct val="0"/>
      </a:spcAft>
      <a:defRPr sz="2736" kern="1200">
        <a:solidFill>
          <a:schemeClr val="tx1"/>
        </a:solidFill>
        <a:latin typeface="+mn-lt"/>
        <a:ea typeface="ヒラギノ角ゴ Pro W3" pitchFamily="125" charset="-128"/>
        <a:cs typeface="+mn-cs"/>
      </a:defRPr>
    </a:lvl2pPr>
    <a:lvl3pPr marL="2085713" algn="l" defTabSz="1042857" rtl="0" eaLnBrk="0" fontAlgn="base" hangingPunct="0">
      <a:spcBef>
        <a:spcPct val="30000"/>
      </a:spcBef>
      <a:spcAft>
        <a:spcPct val="0"/>
      </a:spcAft>
      <a:defRPr sz="2736" kern="1200">
        <a:solidFill>
          <a:schemeClr val="tx1"/>
        </a:solidFill>
        <a:latin typeface="+mn-lt"/>
        <a:ea typeface="ヒラギノ角ゴ Pro W3" pitchFamily="125" charset="-128"/>
        <a:cs typeface="+mn-cs"/>
      </a:defRPr>
    </a:lvl3pPr>
    <a:lvl4pPr marL="3128570" algn="l" defTabSz="1042857" rtl="0" eaLnBrk="0" fontAlgn="base" hangingPunct="0">
      <a:spcBef>
        <a:spcPct val="30000"/>
      </a:spcBef>
      <a:spcAft>
        <a:spcPct val="0"/>
      </a:spcAft>
      <a:defRPr sz="2736" kern="1200">
        <a:solidFill>
          <a:schemeClr val="tx1"/>
        </a:solidFill>
        <a:latin typeface="+mn-lt"/>
        <a:ea typeface="ヒラギノ角ゴ Pro W3" pitchFamily="125" charset="-128"/>
        <a:cs typeface="+mn-cs"/>
      </a:defRPr>
    </a:lvl4pPr>
    <a:lvl5pPr marL="4171426" algn="l" defTabSz="1042857" rtl="0" eaLnBrk="0" fontAlgn="base" hangingPunct="0">
      <a:spcBef>
        <a:spcPct val="30000"/>
      </a:spcBef>
      <a:spcAft>
        <a:spcPct val="0"/>
      </a:spcAft>
      <a:defRPr sz="2736" kern="1200">
        <a:solidFill>
          <a:schemeClr val="tx1"/>
        </a:solidFill>
        <a:latin typeface="+mn-lt"/>
        <a:ea typeface="ヒラギノ角ゴ Pro W3" pitchFamily="125" charset="-128"/>
        <a:cs typeface="+mn-cs"/>
      </a:defRPr>
    </a:lvl5pPr>
    <a:lvl6pPr marL="5214281" algn="l" defTabSz="1042857" rtl="0" eaLnBrk="1" latinLnBrk="0" hangingPunct="1">
      <a:defRPr sz="2736" kern="1200">
        <a:solidFill>
          <a:schemeClr val="tx1"/>
        </a:solidFill>
        <a:latin typeface="+mn-lt"/>
        <a:ea typeface="+mn-ea"/>
        <a:cs typeface="+mn-cs"/>
      </a:defRPr>
    </a:lvl6pPr>
    <a:lvl7pPr marL="6257138" algn="l" defTabSz="1042857" rtl="0" eaLnBrk="1" latinLnBrk="0" hangingPunct="1">
      <a:defRPr sz="2736" kern="1200">
        <a:solidFill>
          <a:schemeClr val="tx1"/>
        </a:solidFill>
        <a:latin typeface="+mn-lt"/>
        <a:ea typeface="+mn-ea"/>
        <a:cs typeface="+mn-cs"/>
      </a:defRPr>
    </a:lvl7pPr>
    <a:lvl8pPr marL="7299994" algn="l" defTabSz="1042857" rtl="0" eaLnBrk="1" latinLnBrk="0" hangingPunct="1">
      <a:defRPr sz="2736" kern="1200">
        <a:solidFill>
          <a:schemeClr val="tx1"/>
        </a:solidFill>
        <a:latin typeface="+mn-lt"/>
        <a:ea typeface="+mn-ea"/>
        <a:cs typeface="+mn-cs"/>
      </a:defRPr>
    </a:lvl8pPr>
    <a:lvl9pPr marL="8342851" algn="l" defTabSz="1042857" rtl="0" eaLnBrk="1" latinLnBrk="0" hangingPunct="1">
      <a:defRPr sz="27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CEDEE-CF58-4901-A1CC-C576C5219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2953" y="4954765"/>
            <a:ext cx="16037719" cy="10540259"/>
          </a:xfrm>
        </p:spPr>
        <p:txBody>
          <a:bodyPr anchor="b"/>
          <a:lstStyle>
            <a:lvl1pPr algn="ctr">
              <a:defRPr sz="1052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3B449F-63D8-0E1C-3E6F-6ED4B96982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4209"/>
            </a:lvl1pPr>
            <a:lvl2pPr marL="801883" indent="0" algn="ctr">
              <a:buNone/>
              <a:defRPr sz="3508"/>
            </a:lvl2pPr>
            <a:lvl3pPr marL="1603766" indent="0" algn="ctr">
              <a:buNone/>
              <a:defRPr sz="3157"/>
            </a:lvl3pPr>
            <a:lvl4pPr marL="2405649" indent="0" algn="ctr">
              <a:buNone/>
              <a:defRPr sz="2806"/>
            </a:lvl4pPr>
            <a:lvl5pPr marL="3207532" indent="0" algn="ctr">
              <a:buNone/>
              <a:defRPr sz="2806"/>
            </a:lvl5pPr>
            <a:lvl6pPr marL="4009415" indent="0" algn="ctr">
              <a:buNone/>
              <a:defRPr sz="2806"/>
            </a:lvl6pPr>
            <a:lvl7pPr marL="4811298" indent="0" algn="ctr">
              <a:buNone/>
              <a:defRPr sz="2806"/>
            </a:lvl7pPr>
            <a:lvl8pPr marL="5613182" indent="0" algn="ctr">
              <a:buNone/>
              <a:defRPr sz="2806"/>
            </a:lvl8pPr>
            <a:lvl9pPr marL="6415065" indent="0" algn="ctr">
              <a:buNone/>
              <a:defRPr sz="2806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C41FB-070D-C8F5-848B-B80EA9009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BF801F-F1C6-D347-AB24-06355D8B8A77}" type="datetime1">
              <a:rPr lang="de-DE" altLang="de-DE" smtClean="0"/>
              <a:t>21.07.2025</a:t>
            </a:fld>
            <a:endParaRPr lang="hr-HR" alt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FEAB6-930D-4124-7AC6-0A8538F98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altLang="de-DE"/>
              <a:t>HPC, Prof. Dr.-Ing. Rainer Keller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897EC-96EB-6D95-A293-A0BD18E4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B0D5C-BBC4-3741-9AED-C45BA2924DA5}" type="slidenum">
              <a:rPr lang="de-DE" altLang="de-DE" smtClean="0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16918960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29723-B6AB-CB45-FB1C-77599E57C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932EE-D5F4-F111-DEDB-8D58BBFB2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8F14C-604E-7772-BB9C-5A7A85A7E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BF801F-F1C6-D347-AB24-06355D8B8A77}" type="datetime1">
              <a:rPr lang="de-DE" altLang="de-DE" smtClean="0"/>
              <a:t>21.07.2025</a:t>
            </a:fld>
            <a:endParaRPr lang="hr-HR" alt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44C83-E402-366D-603C-5562EBA0A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altLang="de-DE"/>
              <a:t>HPC, Prof. Dr.-Ing. Rainer Keller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876DD-F8E3-2D38-B109-ED66303FF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B0D5C-BBC4-3741-9AED-C45BA2924DA5}" type="slidenum">
              <a:rPr lang="de-DE" altLang="de-DE" smtClean="0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176440035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98FCE-A697-42B6-5FAC-450C6B982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987" y="7547783"/>
            <a:ext cx="18443377" cy="12593645"/>
          </a:xfrm>
        </p:spPr>
        <p:txBody>
          <a:bodyPr anchor="b"/>
          <a:lstStyle>
            <a:lvl1pPr>
              <a:defRPr sz="1052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2A52F-D21E-F443-5863-F23F4637F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8987" y="20260569"/>
            <a:ext cx="18443377" cy="6622701"/>
          </a:xfrm>
        </p:spPr>
        <p:txBody>
          <a:bodyPr/>
          <a:lstStyle>
            <a:lvl1pPr marL="0" indent="0">
              <a:buNone/>
              <a:defRPr sz="4209">
                <a:solidFill>
                  <a:schemeClr val="tx1">
                    <a:tint val="82000"/>
                  </a:schemeClr>
                </a:solidFill>
              </a:defRPr>
            </a:lvl1pPr>
            <a:lvl2pPr marL="801883" indent="0">
              <a:buNone/>
              <a:defRPr sz="3508">
                <a:solidFill>
                  <a:schemeClr val="tx1">
                    <a:tint val="82000"/>
                  </a:schemeClr>
                </a:solidFill>
              </a:defRPr>
            </a:lvl2pPr>
            <a:lvl3pPr marL="1603766" indent="0">
              <a:buNone/>
              <a:defRPr sz="3157">
                <a:solidFill>
                  <a:schemeClr val="tx1">
                    <a:tint val="82000"/>
                  </a:schemeClr>
                </a:solidFill>
              </a:defRPr>
            </a:lvl3pPr>
            <a:lvl4pPr marL="2405649" indent="0">
              <a:buNone/>
              <a:defRPr sz="2806">
                <a:solidFill>
                  <a:schemeClr val="tx1">
                    <a:tint val="82000"/>
                  </a:schemeClr>
                </a:solidFill>
              </a:defRPr>
            </a:lvl4pPr>
            <a:lvl5pPr marL="3207532" indent="0">
              <a:buNone/>
              <a:defRPr sz="2806">
                <a:solidFill>
                  <a:schemeClr val="tx1">
                    <a:tint val="82000"/>
                  </a:schemeClr>
                </a:solidFill>
              </a:defRPr>
            </a:lvl5pPr>
            <a:lvl6pPr marL="4009415" indent="0">
              <a:buNone/>
              <a:defRPr sz="2806">
                <a:solidFill>
                  <a:schemeClr val="tx1">
                    <a:tint val="82000"/>
                  </a:schemeClr>
                </a:solidFill>
              </a:defRPr>
            </a:lvl6pPr>
            <a:lvl7pPr marL="4811298" indent="0">
              <a:buNone/>
              <a:defRPr sz="2806">
                <a:solidFill>
                  <a:schemeClr val="tx1">
                    <a:tint val="82000"/>
                  </a:schemeClr>
                </a:solidFill>
              </a:defRPr>
            </a:lvl7pPr>
            <a:lvl8pPr marL="5613182" indent="0">
              <a:buNone/>
              <a:defRPr sz="2806">
                <a:solidFill>
                  <a:schemeClr val="tx1">
                    <a:tint val="82000"/>
                  </a:schemeClr>
                </a:solidFill>
              </a:defRPr>
            </a:lvl8pPr>
            <a:lvl9pPr marL="6415065" indent="0">
              <a:buNone/>
              <a:defRPr sz="280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9B236-49CE-2DB5-ED5B-268D4A3C7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BF801F-F1C6-D347-AB24-06355D8B8A77}" type="datetime1">
              <a:rPr lang="de-DE" altLang="de-DE" smtClean="0"/>
              <a:t>21.07.2025</a:t>
            </a:fld>
            <a:endParaRPr lang="hr-HR" alt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5ABB2-D353-FBD5-D136-6D025BD14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altLang="de-DE"/>
              <a:t>HPC, Prof. Dr.-Ing. Rainer Keller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41191-D6F2-B8DD-260A-C3962B9F5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B0D5C-BBC4-3741-9AED-C45BA2924DA5}" type="slidenum">
              <a:rPr lang="de-DE" altLang="de-DE" smtClean="0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174296111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9A7E8-3041-8DD7-97A5-91F63B6B9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C0ACB-B091-D299-84CB-344BA4E81E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6A666C-F4B9-47D9-6076-3C2A2A365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A0134-CDE0-0C67-8554-343D2B406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BF801F-F1C6-D347-AB24-06355D8B8A77}" type="datetime1">
              <a:rPr lang="de-DE" altLang="de-DE" smtClean="0"/>
              <a:t>21.07.2025</a:t>
            </a:fld>
            <a:endParaRPr lang="hr-HR" alt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DE5A5-3100-2B2D-F0E6-BC1C15D9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altLang="de-DE"/>
              <a:t>HPC, Prof. Dr.-Ing. Rainer Keller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53E51-D301-7B87-8D6C-C5BC922B0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B0D5C-BBC4-3741-9AED-C45BA2924DA5}" type="slidenum">
              <a:rPr lang="de-DE" altLang="de-DE" smtClean="0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287001212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C5432-C4F9-9639-590A-3A31DEF0F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909" y="1611877"/>
            <a:ext cx="18443377" cy="585180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DBA1F-22BC-6076-4F56-7681C6A90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2910" y="7421634"/>
            <a:ext cx="9046275" cy="3637228"/>
          </a:xfrm>
        </p:spPr>
        <p:txBody>
          <a:bodyPr anchor="b"/>
          <a:lstStyle>
            <a:lvl1pPr marL="0" indent="0">
              <a:buNone/>
              <a:defRPr sz="4209" b="1"/>
            </a:lvl1pPr>
            <a:lvl2pPr marL="801883" indent="0">
              <a:buNone/>
              <a:defRPr sz="3508" b="1"/>
            </a:lvl2pPr>
            <a:lvl3pPr marL="1603766" indent="0">
              <a:buNone/>
              <a:defRPr sz="3157" b="1"/>
            </a:lvl3pPr>
            <a:lvl4pPr marL="2405649" indent="0">
              <a:buNone/>
              <a:defRPr sz="2806" b="1"/>
            </a:lvl4pPr>
            <a:lvl5pPr marL="3207532" indent="0">
              <a:buNone/>
              <a:defRPr sz="2806" b="1"/>
            </a:lvl5pPr>
            <a:lvl6pPr marL="4009415" indent="0">
              <a:buNone/>
              <a:defRPr sz="2806" b="1"/>
            </a:lvl6pPr>
            <a:lvl7pPr marL="4811298" indent="0">
              <a:buNone/>
              <a:defRPr sz="2806" b="1"/>
            </a:lvl7pPr>
            <a:lvl8pPr marL="5613182" indent="0">
              <a:buNone/>
              <a:defRPr sz="2806" b="1"/>
            </a:lvl8pPr>
            <a:lvl9pPr marL="6415065" indent="0">
              <a:buNone/>
              <a:defRPr sz="280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FF97F9-B551-905E-B404-5AEC5A110A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72910" y="11058863"/>
            <a:ext cx="9046275" cy="16265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85A355-EE83-9386-A507-81064FBED8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825460" y="7421634"/>
            <a:ext cx="9090826" cy="3637228"/>
          </a:xfrm>
        </p:spPr>
        <p:txBody>
          <a:bodyPr anchor="b"/>
          <a:lstStyle>
            <a:lvl1pPr marL="0" indent="0">
              <a:buNone/>
              <a:defRPr sz="4209" b="1"/>
            </a:lvl1pPr>
            <a:lvl2pPr marL="801883" indent="0">
              <a:buNone/>
              <a:defRPr sz="3508" b="1"/>
            </a:lvl2pPr>
            <a:lvl3pPr marL="1603766" indent="0">
              <a:buNone/>
              <a:defRPr sz="3157" b="1"/>
            </a:lvl3pPr>
            <a:lvl4pPr marL="2405649" indent="0">
              <a:buNone/>
              <a:defRPr sz="2806" b="1"/>
            </a:lvl4pPr>
            <a:lvl5pPr marL="3207532" indent="0">
              <a:buNone/>
              <a:defRPr sz="2806" b="1"/>
            </a:lvl5pPr>
            <a:lvl6pPr marL="4009415" indent="0">
              <a:buNone/>
              <a:defRPr sz="2806" b="1"/>
            </a:lvl6pPr>
            <a:lvl7pPr marL="4811298" indent="0">
              <a:buNone/>
              <a:defRPr sz="2806" b="1"/>
            </a:lvl7pPr>
            <a:lvl8pPr marL="5613182" indent="0">
              <a:buNone/>
              <a:defRPr sz="2806" b="1"/>
            </a:lvl8pPr>
            <a:lvl9pPr marL="6415065" indent="0">
              <a:buNone/>
              <a:defRPr sz="280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C6A089-C602-B996-861D-0BA756A94D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825460" y="11058863"/>
            <a:ext cx="9090826" cy="16265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8D3052-840A-F56E-6BE2-C7CECED06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BF801F-F1C6-D347-AB24-06355D8B8A77}" type="datetime1">
              <a:rPr lang="de-DE" altLang="de-DE" smtClean="0"/>
              <a:t>21.07.2025</a:t>
            </a:fld>
            <a:endParaRPr lang="hr-HR" alt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0C25F6-015D-AA60-C060-F7855DEC3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altLang="de-DE"/>
              <a:t>HPC, Prof. Dr.-Ing. Rainer Keller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F352E7-7A19-053C-A68C-BDA822031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B0D5C-BBC4-3741-9AED-C45BA2924DA5}" type="slidenum">
              <a:rPr lang="de-DE" altLang="de-DE" smtClean="0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418086482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6EC14-038C-8A06-1ECD-7824AE156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2A1CA3-624F-D201-0FDE-A471B3843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BF801F-F1C6-D347-AB24-06355D8B8A77}" type="datetime1">
              <a:rPr lang="de-DE" altLang="de-DE" smtClean="0"/>
              <a:t>21.07.2025</a:t>
            </a:fld>
            <a:endParaRPr lang="hr-HR" alt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641BFB-3187-DD89-6578-E5A76FADE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altLang="de-DE"/>
              <a:t>HPC, Prof. Dr.-Ing. Rainer Keller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171E18-39DA-D3C5-0DE6-D30E8E787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B0D5C-BBC4-3741-9AED-C45BA2924DA5}" type="slidenum">
              <a:rPr lang="de-DE" altLang="de-DE" smtClean="0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00987947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D376C1-4C84-CC41-ABA4-7D71CC4B8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BF801F-F1C6-D347-AB24-06355D8B8A77}" type="datetime1">
              <a:rPr lang="de-DE" altLang="de-DE" smtClean="0"/>
              <a:t>21.07.2025</a:t>
            </a:fld>
            <a:endParaRPr lang="hr-HR" alt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C0BEA5-7AE9-35C8-A1A3-03E2163D2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altLang="de-DE"/>
              <a:t>HPC, Prof. Dr.-Ing. Rainer Keller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073CA-2457-8536-6E88-0E36ADBBE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B0D5C-BBC4-3741-9AED-C45BA2924DA5}" type="slidenum">
              <a:rPr lang="de-DE" altLang="de-DE" smtClean="0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234787726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609D9-4D9F-2795-B1B4-FE444D370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910" y="2018348"/>
            <a:ext cx="6896775" cy="7064216"/>
          </a:xfrm>
        </p:spPr>
        <p:txBody>
          <a:bodyPr anchor="b"/>
          <a:lstStyle>
            <a:lvl1pPr>
              <a:defRPr sz="561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C5ADC-B358-F03C-44A7-F63919B43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0826" y="4359072"/>
            <a:ext cx="10825460" cy="21515024"/>
          </a:xfrm>
        </p:spPr>
        <p:txBody>
          <a:bodyPr/>
          <a:lstStyle>
            <a:lvl1pPr>
              <a:defRPr sz="5612"/>
            </a:lvl1pPr>
            <a:lvl2pPr>
              <a:defRPr sz="4911"/>
            </a:lvl2pPr>
            <a:lvl3pPr>
              <a:defRPr sz="4209"/>
            </a:lvl3pPr>
            <a:lvl4pPr>
              <a:defRPr sz="3508"/>
            </a:lvl4pPr>
            <a:lvl5pPr>
              <a:defRPr sz="3508"/>
            </a:lvl5pPr>
            <a:lvl6pPr>
              <a:defRPr sz="3508"/>
            </a:lvl6pPr>
            <a:lvl7pPr>
              <a:defRPr sz="3508"/>
            </a:lvl7pPr>
            <a:lvl8pPr>
              <a:defRPr sz="3508"/>
            </a:lvl8pPr>
            <a:lvl9pPr>
              <a:defRPr sz="35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11864C-69EE-8D65-CBC8-726B5B43D4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72910" y="9082564"/>
            <a:ext cx="6896775" cy="16826573"/>
          </a:xfrm>
        </p:spPr>
        <p:txBody>
          <a:bodyPr/>
          <a:lstStyle>
            <a:lvl1pPr marL="0" indent="0">
              <a:buNone/>
              <a:defRPr sz="2806"/>
            </a:lvl1pPr>
            <a:lvl2pPr marL="801883" indent="0">
              <a:buNone/>
              <a:defRPr sz="2455"/>
            </a:lvl2pPr>
            <a:lvl3pPr marL="1603766" indent="0">
              <a:buNone/>
              <a:defRPr sz="2105"/>
            </a:lvl3pPr>
            <a:lvl4pPr marL="2405649" indent="0">
              <a:buNone/>
              <a:defRPr sz="1754"/>
            </a:lvl4pPr>
            <a:lvl5pPr marL="3207532" indent="0">
              <a:buNone/>
              <a:defRPr sz="1754"/>
            </a:lvl5pPr>
            <a:lvl6pPr marL="4009415" indent="0">
              <a:buNone/>
              <a:defRPr sz="1754"/>
            </a:lvl6pPr>
            <a:lvl7pPr marL="4811298" indent="0">
              <a:buNone/>
              <a:defRPr sz="1754"/>
            </a:lvl7pPr>
            <a:lvl8pPr marL="5613182" indent="0">
              <a:buNone/>
              <a:defRPr sz="1754"/>
            </a:lvl8pPr>
            <a:lvl9pPr marL="6415065" indent="0">
              <a:buNone/>
              <a:defRPr sz="17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A28B27-0BC7-9D46-9E8B-C9014219B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BF801F-F1C6-D347-AB24-06355D8B8A77}" type="datetime1">
              <a:rPr lang="de-DE" altLang="de-DE" smtClean="0"/>
              <a:t>21.07.2025</a:t>
            </a:fld>
            <a:endParaRPr lang="hr-HR" alt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EE67E4-B995-6322-4AB1-79751808D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altLang="de-DE"/>
              <a:t>HPC, Prof. Dr.-Ing. Rainer Keller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B0847E-F287-EFB2-CB93-1E689401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B0D5C-BBC4-3741-9AED-C45BA2924DA5}" type="slidenum">
              <a:rPr lang="de-DE" altLang="de-DE" smtClean="0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52048958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9958E-E9B5-1D21-3D04-DEA817606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910" y="2018348"/>
            <a:ext cx="6896775" cy="7064216"/>
          </a:xfrm>
        </p:spPr>
        <p:txBody>
          <a:bodyPr anchor="b"/>
          <a:lstStyle>
            <a:lvl1pPr>
              <a:defRPr sz="561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13D286-F7A3-31A7-3FA6-9236145BCC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090826" y="4359072"/>
            <a:ext cx="10825460" cy="21515024"/>
          </a:xfrm>
        </p:spPr>
        <p:txBody>
          <a:bodyPr/>
          <a:lstStyle>
            <a:lvl1pPr marL="0" indent="0">
              <a:buNone/>
              <a:defRPr sz="5612"/>
            </a:lvl1pPr>
            <a:lvl2pPr marL="801883" indent="0">
              <a:buNone/>
              <a:defRPr sz="4911"/>
            </a:lvl2pPr>
            <a:lvl3pPr marL="1603766" indent="0">
              <a:buNone/>
              <a:defRPr sz="4209"/>
            </a:lvl3pPr>
            <a:lvl4pPr marL="2405649" indent="0">
              <a:buNone/>
              <a:defRPr sz="3508"/>
            </a:lvl4pPr>
            <a:lvl5pPr marL="3207532" indent="0">
              <a:buNone/>
              <a:defRPr sz="3508"/>
            </a:lvl5pPr>
            <a:lvl6pPr marL="4009415" indent="0">
              <a:buNone/>
              <a:defRPr sz="3508"/>
            </a:lvl6pPr>
            <a:lvl7pPr marL="4811298" indent="0">
              <a:buNone/>
              <a:defRPr sz="3508"/>
            </a:lvl7pPr>
            <a:lvl8pPr marL="5613182" indent="0">
              <a:buNone/>
              <a:defRPr sz="3508"/>
            </a:lvl8pPr>
            <a:lvl9pPr marL="6415065" indent="0">
              <a:buNone/>
              <a:defRPr sz="3508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72AEB-643B-C0F6-76C9-7C1A15D14E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72910" y="9082564"/>
            <a:ext cx="6896775" cy="16826573"/>
          </a:xfrm>
        </p:spPr>
        <p:txBody>
          <a:bodyPr/>
          <a:lstStyle>
            <a:lvl1pPr marL="0" indent="0">
              <a:buNone/>
              <a:defRPr sz="2806"/>
            </a:lvl1pPr>
            <a:lvl2pPr marL="801883" indent="0">
              <a:buNone/>
              <a:defRPr sz="2455"/>
            </a:lvl2pPr>
            <a:lvl3pPr marL="1603766" indent="0">
              <a:buNone/>
              <a:defRPr sz="2105"/>
            </a:lvl3pPr>
            <a:lvl4pPr marL="2405649" indent="0">
              <a:buNone/>
              <a:defRPr sz="1754"/>
            </a:lvl4pPr>
            <a:lvl5pPr marL="3207532" indent="0">
              <a:buNone/>
              <a:defRPr sz="1754"/>
            </a:lvl5pPr>
            <a:lvl6pPr marL="4009415" indent="0">
              <a:buNone/>
              <a:defRPr sz="1754"/>
            </a:lvl6pPr>
            <a:lvl7pPr marL="4811298" indent="0">
              <a:buNone/>
              <a:defRPr sz="1754"/>
            </a:lvl7pPr>
            <a:lvl8pPr marL="5613182" indent="0">
              <a:buNone/>
              <a:defRPr sz="1754"/>
            </a:lvl8pPr>
            <a:lvl9pPr marL="6415065" indent="0">
              <a:buNone/>
              <a:defRPr sz="17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B5731-D4ED-F976-C4A0-30D0A4FEB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BF801F-F1C6-D347-AB24-06355D8B8A77}" type="datetime1">
              <a:rPr lang="de-DE" altLang="de-DE" smtClean="0"/>
              <a:t>21.07.2025</a:t>
            </a:fld>
            <a:endParaRPr lang="hr-HR" alt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273A9C-CF37-425C-72B0-A628B7DA7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altLang="de-DE"/>
              <a:t>HPC, Prof. Dr.-Ing. Rainer Keller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16CB8-AA7A-B14E-BE44-D1EA08C11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B0D5C-BBC4-3741-9AED-C45BA2924DA5}" type="slidenum">
              <a:rPr lang="de-DE" altLang="de-DE" smtClean="0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746693223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C9E59-F49F-BB31-C94C-6A9171E1C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446D41-2C72-8ED5-F10F-0426325EC6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F3946-5F63-0226-8D41-72815F161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BF801F-F1C6-D347-AB24-06355D8B8A77}" type="datetime1">
              <a:rPr lang="de-DE" altLang="de-DE" smtClean="0"/>
              <a:t>21.07.2025</a:t>
            </a:fld>
            <a:endParaRPr lang="hr-HR" alt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D4335-A4C7-8A28-6D64-D90E37B1C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altLang="de-DE"/>
              <a:t>HPC, Prof. Dr.-Ing. Rainer Keller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7CD8F-F30C-3A45-623F-1DDE83581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B0D5C-BBC4-3741-9AED-C45BA2924DA5}" type="slidenum">
              <a:rPr lang="de-DE" altLang="de-DE" smtClean="0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643326270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E44D0E-6FD3-63F4-B7DD-3B384DF1FD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5302657" y="1611875"/>
            <a:ext cx="4610844" cy="256568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F9AB0A-D900-FED9-0E27-7BE78D2696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70124" y="1611875"/>
            <a:ext cx="13565237" cy="256568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DE722-EF1D-40A0-8DFA-FEA961B97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BF801F-F1C6-D347-AB24-06355D8B8A77}" type="datetime1">
              <a:rPr lang="de-DE" altLang="de-DE" smtClean="0"/>
              <a:t>21.07.2025</a:t>
            </a:fld>
            <a:endParaRPr lang="hr-HR" alt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46F0B-D593-D8E7-22A7-74E041A1C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altLang="de-DE"/>
              <a:t>HPC, Prof. Dr.-Ing. Rainer Keller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B3F81-042A-D3D3-71A9-C91C9B5B1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B0D5C-BBC4-3741-9AED-C45BA2924DA5}" type="slidenum">
              <a:rPr lang="de-DE" altLang="de-DE" smtClean="0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914606494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HE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ung 7">
            <a:extLst>
              <a:ext uri="{FF2B5EF4-FFF2-40B4-BE49-F238E27FC236}">
                <a16:creationId xmlns:a16="http://schemas.microsoft.com/office/drawing/2014/main" id="{71CDD125-E2AE-A642-8BF9-24458AD28576}"/>
              </a:ext>
            </a:extLst>
          </p:cNvPr>
          <p:cNvGrpSpPr/>
          <p:nvPr/>
        </p:nvGrpSpPr>
        <p:grpSpPr>
          <a:xfrm>
            <a:off x="16321207" y="2"/>
            <a:ext cx="5040000" cy="30275213"/>
            <a:chOff x="6988813" y="0"/>
            <a:chExt cx="2155189" cy="6858000"/>
          </a:xfrm>
          <a:solidFill>
            <a:schemeClr val="bg1"/>
          </a:solidFill>
        </p:grpSpPr>
        <p:sp>
          <p:nvSpPr>
            <p:cNvPr id="5" name="Rechteck 8">
              <a:extLst>
                <a:ext uri="{FF2B5EF4-FFF2-40B4-BE49-F238E27FC236}">
                  <a16:creationId xmlns:a16="http://schemas.microsoft.com/office/drawing/2014/main" id="{4E6DE43C-ED9A-7D41-AE17-E4AED84E71AA}"/>
                </a:ext>
              </a:extLst>
            </p:cNvPr>
            <p:cNvSpPr/>
            <p:nvPr/>
          </p:nvSpPr>
          <p:spPr>
            <a:xfrm>
              <a:off x="8869364" y="0"/>
              <a:ext cx="274638" cy="685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dirty="0">
                <a:solidFill>
                  <a:schemeClr val="bg1"/>
                </a:solidFill>
              </a:endParaRPr>
            </a:p>
          </p:txBody>
        </p:sp>
        <p:sp>
          <p:nvSpPr>
            <p:cNvPr id="6" name="Rechteck 9">
              <a:extLst>
                <a:ext uri="{FF2B5EF4-FFF2-40B4-BE49-F238E27FC236}">
                  <a16:creationId xmlns:a16="http://schemas.microsoft.com/office/drawing/2014/main" id="{0B9AAE40-2C58-B14D-823F-5F7FCB21EF22}"/>
                </a:ext>
              </a:extLst>
            </p:cNvPr>
            <p:cNvSpPr/>
            <p:nvPr/>
          </p:nvSpPr>
          <p:spPr>
            <a:xfrm>
              <a:off x="6988813" y="1"/>
              <a:ext cx="2155189" cy="96520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dirty="0">
                <a:solidFill>
                  <a:schemeClr val="bg1"/>
                </a:solidFill>
              </a:endParaRPr>
            </a:p>
          </p:txBody>
        </p:sp>
        <p:sp>
          <p:nvSpPr>
            <p:cNvPr id="7" name="Rechteck 10">
              <a:extLst>
                <a:ext uri="{FF2B5EF4-FFF2-40B4-BE49-F238E27FC236}">
                  <a16:creationId xmlns:a16="http://schemas.microsoft.com/office/drawing/2014/main" id="{568A15E7-E91B-C841-8754-DB3B866471F7}"/>
                </a:ext>
              </a:extLst>
            </p:cNvPr>
            <p:cNvSpPr/>
            <p:nvPr/>
          </p:nvSpPr>
          <p:spPr>
            <a:xfrm>
              <a:off x="6988813" y="6587067"/>
              <a:ext cx="2155189" cy="2709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dirty="0">
                <a:solidFill>
                  <a:schemeClr val="bg1"/>
                </a:solidFill>
              </a:endParaRPr>
            </a:p>
          </p:txBody>
        </p:sp>
      </p:grpSp>
      <p:pic>
        <p:nvPicPr>
          <p:cNvPr id="10" name="Bild 14">
            <a:extLst>
              <a:ext uri="{FF2B5EF4-FFF2-40B4-BE49-F238E27FC236}">
                <a16:creationId xmlns:a16="http://schemas.microsoft.com/office/drawing/2014/main" id="{3217B26D-6C0A-6145-932D-57B4C8857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6760947" y="1146084"/>
            <a:ext cx="4053840" cy="16764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9" name="Untertitel 2"/>
          <p:cNvSpPr>
            <a:spLocks noGrp="1"/>
          </p:cNvSpPr>
          <p:nvPr>
            <p:ph type="subTitle" idx="1"/>
          </p:nvPr>
        </p:nvSpPr>
        <p:spPr>
          <a:xfrm>
            <a:off x="383382" y="896507"/>
            <a:ext cx="15600246" cy="27985936"/>
          </a:xfrm>
          <a:prstGeom prst="rect">
            <a:avLst/>
          </a:prstGeom>
          <a:ln>
            <a:noFill/>
          </a:ln>
        </p:spPr>
        <p:txBody>
          <a:bodyPr/>
          <a:lstStyle>
            <a:lvl1pPr marL="79365" marR="0" indent="0" algn="l" defTabSz="1007935" rtl="0" eaLnBrk="1" fontAlgn="auto" latinLnBrk="0" hangingPunct="1">
              <a:lnSpc>
                <a:spcPts val="2866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Lucida Grande"/>
              <a:buNone/>
              <a:tabLst/>
              <a:defRPr lang="de-DE" sz="4800" kern="1200" cap="all" spc="221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10079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0158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023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031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5039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6047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7055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80634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39637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5">
          <p15:clr>
            <a:srgbClr val="FBAE40"/>
          </p15:clr>
        </p15:guide>
        <p15:guide id="2" pos="673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B037FC-24E9-7FE7-2235-5F6328781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0124" y="1611877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1C3EB-B714-F919-1628-799DFEA19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09AD8-1B82-496A-336B-DB751B0B51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70124" y="28060639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88BF801F-F1C6-D347-AB24-06355D8B8A77}" type="datetime1">
              <a:rPr lang="de-DE" altLang="de-DE" smtClean="0"/>
              <a:t>21.07.2025</a:t>
            </a:fld>
            <a:endParaRPr lang="hr-HR" alt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C4A48-917E-C893-9622-1CB4D8B2C7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3326" y="28060639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 altLang="de-DE"/>
              <a:t>HPC, Prof. Dr.-Ing. Rainer Keller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D3434-1664-0B66-7755-202B5085C1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102185" y="28060639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DB0D5C-BBC4-3741-9AED-C45BA2924DA5}" type="slidenum">
              <a:rPr lang="de-DE" altLang="de-DE" smtClean="0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201106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</p:sldLayoutIdLst>
  <p:hf hdr="0" dt="0"/>
  <p:txStyles>
    <p:titleStyle>
      <a:lvl1pPr algn="l" defTabSz="1603766" rtl="0" eaLnBrk="1" latinLnBrk="0" hangingPunct="1">
        <a:lnSpc>
          <a:spcPct val="90000"/>
        </a:lnSpc>
        <a:spcBef>
          <a:spcPct val="0"/>
        </a:spcBef>
        <a:buNone/>
        <a:defRPr sz="77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0942" indent="-400942" algn="l" defTabSz="1603766" rtl="0" eaLnBrk="1" latinLnBrk="0" hangingPunct="1">
        <a:lnSpc>
          <a:spcPct val="90000"/>
        </a:lnSpc>
        <a:spcBef>
          <a:spcPts val="1754"/>
        </a:spcBef>
        <a:buFont typeface="Arial" panose="020B0604020202020204" pitchFamily="34" charset="0"/>
        <a:buChar char="•"/>
        <a:defRPr sz="4911" kern="1200">
          <a:solidFill>
            <a:schemeClr val="tx1"/>
          </a:solidFill>
          <a:latin typeface="+mn-lt"/>
          <a:ea typeface="+mn-ea"/>
          <a:cs typeface="+mn-cs"/>
        </a:defRPr>
      </a:lvl1pPr>
      <a:lvl2pPr marL="1202825" indent="-400942" algn="l" defTabSz="1603766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004708" indent="-400942" algn="l" defTabSz="1603766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508" kern="1200">
          <a:solidFill>
            <a:schemeClr val="tx1"/>
          </a:solidFill>
          <a:latin typeface="+mn-lt"/>
          <a:ea typeface="+mn-ea"/>
          <a:cs typeface="+mn-cs"/>
        </a:defRPr>
      </a:lvl3pPr>
      <a:lvl4pPr marL="2806591" indent="-400942" algn="l" defTabSz="1603766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7" kern="1200">
          <a:solidFill>
            <a:schemeClr val="tx1"/>
          </a:solidFill>
          <a:latin typeface="+mn-lt"/>
          <a:ea typeface="+mn-ea"/>
          <a:cs typeface="+mn-cs"/>
        </a:defRPr>
      </a:lvl4pPr>
      <a:lvl5pPr marL="3608474" indent="-400942" algn="l" defTabSz="1603766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7" kern="1200">
          <a:solidFill>
            <a:schemeClr val="tx1"/>
          </a:solidFill>
          <a:latin typeface="+mn-lt"/>
          <a:ea typeface="+mn-ea"/>
          <a:cs typeface="+mn-cs"/>
        </a:defRPr>
      </a:lvl5pPr>
      <a:lvl6pPr marL="4410357" indent="-400942" algn="l" defTabSz="1603766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7" kern="1200">
          <a:solidFill>
            <a:schemeClr val="tx1"/>
          </a:solidFill>
          <a:latin typeface="+mn-lt"/>
          <a:ea typeface="+mn-ea"/>
          <a:cs typeface="+mn-cs"/>
        </a:defRPr>
      </a:lvl6pPr>
      <a:lvl7pPr marL="5212240" indent="-400942" algn="l" defTabSz="1603766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7" kern="1200">
          <a:solidFill>
            <a:schemeClr val="tx1"/>
          </a:solidFill>
          <a:latin typeface="+mn-lt"/>
          <a:ea typeface="+mn-ea"/>
          <a:cs typeface="+mn-cs"/>
        </a:defRPr>
      </a:lvl7pPr>
      <a:lvl8pPr marL="6014123" indent="-400942" algn="l" defTabSz="1603766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7" kern="1200">
          <a:solidFill>
            <a:schemeClr val="tx1"/>
          </a:solidFill>
          <a:latin typeface="+mn-lt"/>
          <a:ea typeface="+mn-ea"/>
          <a:cs typeface="+mn-cs"/>
        </a:defRPr>
      </a:lvl8pPr>
      <a:lvl9pPr marL="6816006" indent="-400942" algn="l" defTabSz="1603766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03766" rtl="0" eaLnBrk="1" latinLnBrk="0" hangingPunct="1">
        <a:defRPr sz="3157" kern="1200">
          <a:solidFill>
            <a:schemeClr val="tx1"/>
          </a:solidFill>
          <a:latin typeface="+mn-lt"/>
          <a:ea typeface="+mn-ea"/>
          <a:cs typeface="+mn-cs"/>
        </a:defRPr>
      </a:lvl1pPr>
      <a:lvl2pPr marL="801883" algn="l" defTabSz="1603766" rtl="0" eaLnBrk="1" latinLnBrk="0" hangingPunct="1">
        <a:defRPr sz="3157" kern="1200">
          <a:solidFill>
            <a:schemeClr val="tx1"/>
          </a:solidFill>
          <a:latin typeface="+mn-lt"/>
          <a:ea typeface="+mn-ea"/>
          <a:cs typeface="+mn-cs"/>
        </a:defRPr>
      </a:lvl2pPr>
      <a:lvl3pPr marL="1603766" algn="l" defTabSz="1603766" rtl="0" eaLnBrk="1" latinLnBrk="0" hangingPunct="1">
        <a:defRPr sz="3157" kern="1200">
          <a:solidFill>
            <a:schemeClr val="tx1"/>
          </a:solidFill>
          <a:latin typeface="+mn-lt"/>
          <a:ea typeface="+mn-ea"/>
          <a:cs typeface="+mn-cs"/>
        </a:defRPr>
      </a:lvl3pPr>
      <a:lvl4pPr marL="2405649" algn="l" defTabSz="1603766" rtl="0" eaLnBrk="1" latinLnBrk="0" hangingPunct="1">
        <a:defRPr sz="3157" kern="1200">
          <a:solidFill>
            <a:schemeClr val="tx1"/>
          </a:solidFill>
          <a:latin typeface="+mn-lt"/>
          <a:ea typeface="+mn-ea"/>
          <a:cs typeface="+mn-cs"/>
        </a:defRPr>
      </a:lvl4pPr>
      <a:lvl5pPr marL="3207532" algn="l" defTabSz="1603766" rtl="0" eaLnBrk="1" latinLnBrk="0" hangingPunct="1">
        <a:defRPr sz="3157" kern="1200">
          <a:solidFill>
            <a:schemeClr val="tx1"/>
          </a:solidFill>
          <a:latin typeface="+mn-lt"/>
          <a:ea typeface="+mn-ea"/>
          <a:cs typeface="+mn-cs"/>
        </a:defRPr>
      </a:lvl5pPr>
      <a:lvl6pPr marL="4009415" algn="l" defTabSz="1603766" rtl="0" eaLnBrk="1" latinLnBrk="0" hangingPunct="1">
        <a:defRPr sz="3157" kern="1200">
          <a:solidFill>
            <a:schemeClr val="tx1"/>
          </a:solidFill>
          <a:latin typeface="+mn-lt"/>
          <a:ea typeface="+mn-ea"/>
          <a:cs typeface="+mn-cs"/>
        </a:defRPr>
      </a:lvl6pPr>
      <a:lvl7pPr marL="4811298" algn="l" defTabSz="1603766" rtl="0" eaLnBrk="1" latinLnBrk="0" hangingPunct="1">
        <a:defRPr sz="3157" kern="1200">
          <a:solidFill>
            <a:schemeClr val="tx1"/>
          </a:solidFill>
          <a:latin typeface="+mn-lt"/>
          <a:ea typeface="+mn-ea"/>
          <a:cs typeface="+mn-cs"/>
        </a:defRPr>
      </a:lvl7pPr>
      <a:lvl8pPr marL="5613182" algn="l" defTabSz="1603766" rtl="0" eaLnBrk="1" latinLnBrk="0" hangingPunct="1">
        <a:defRPr sz="3157" kern="1200">
          <a:solidFill>
            <a:schemeClr val="tx1"/>
          </a:solidFill>
          <a:latin typeface="+mn-lt"/>
          <a:ea typeface="+mn-ea"/>
          <a:cs typeface="+mn-cs"/>
        </a:defRPr>
      </a:lvl8pPr>
      <a:lvl9pPr marL="6415065" algn="l" defTabSz="1603766" rtl="0" eaLnBrk="1" latinLnBrk="0" hangingPunct="1">
        <a:defRPr sz="31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5">
            <a:extLst>
              <a:ext uri="{FF2B5EF4-FFF2-40B4-BE49-F238E27FC236}">
                <a16:creationId xmlns:a16="http://schemas.microsoft.com/office/drawing/2014/main" id="{09BA0C66-3F6D-271F-35B7-CBC21EF0B781}"/>
              </a:ext>
            </a:extLst>
          </p:cNvPr>
          <p:cNvSpPr txBox="1">
            <a:spLocks/>
          </p:cNvSpPr>
          <p:nvPr/>
        </p:nvSpPr>
        <p:spPr>
          <a:xfrm>
            <a:off x="513791" y="600244"/>
            <a:ext cx="15434421" cy="218521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spAutoFit/>
          </a:bodyPr>
          <a:lstStyle>
            <a:lvl1pPr marL="79365" marR="0" indent="0" algn="l" defTabSz="1007935" rtl="0" eaLnBrk="1" fontAlgn="auto" latinLnBrk="0" hangingPunct="1">
              <a:lnSpc>
                <a:spcPts val="2866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Lucida Grande"/>
              <a:buNone/>
              <a:tabLst/>
              <a:defRPr lang="de-DE" sz="4800" kern="1200" cap="all" spc="221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1007935" indent="0" algn="ctr" defTabSz="1603766" rtl="0" eaLnBrk="1" latinLnBrk="0" hangingPunct="1">
              <a:lnSpc>
                <a:spcPct val="90000"/>
              </a:lnSpc>
              <a:spcBef>
                <a:spcPts val="877"/>
              </a:spcBef>
              <a:buFont typeface="Arial" panose="020B0604020202020204" pitchFamily="34" charset="0"/>
              <a:buNone/>
              <a:defRPr sz="420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2015870" indent="0" algn="ctr" defTabSz="1603766" rtl="0" eaLnBrk="1" latinLnBrk="0" hangingPunct="1">
              <a:lnSpc>
                <a:spcPct val="90000"/>
              </a:lnSpc>
              <a:spcBef>
                <a:spcPts val="877"/>
              </a:spcBef>
              <a:buFont typeface="Arial" panose="020B0604020202020204" pitchFamily="34" charset="0"/>
              <a:buNone/>
              <a:defRPr sz="3508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3023804" indent="0" algn="ctr" defTabSz="1603766" rtl="0" eaLnBrk="1" latinLnBrk="0" hangingPunct="1">
              <a:lnSpc>
                <a:spcPct val="90000"/>
              </a:lnSpc>
              <a:spcBef>
                <a:spcPts val="877"/>
              </a:spcBef>
              <a:buFont typeface="Arial" panose="020B0604020202020204" pitchFamily="34" charset="0"/>
              <a:buNone/>
              <a:defRPr sz="315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031739" indent="0" algn="ctr" defTabSz="1603766" rtl="0" eaLnBrk="1" latinLnBrk="0" hangingPunct="1">
              <a:lnSpc>
                <a:spcPct val="90000"/>
              </a:lnSpc>
              <a:spcBef>
                <a:spcPts val="877"/>
              </a:spcBef>
              <a:buFont typeface="Arial" panose="020B0604020202020204" pitchFamily="34" charset="0"/>
              <a:buNone/>
              <a:defRPr sz="315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5039674" indent="0" algn="ctr" defTabSz="1603766" rtl="0" eaLnBrk="1" latinLnBrk="0" hangingPunct="1">
              <a:lnSpc>
                <a:spcPct val="90000"/>
              </a:lnSpc>
              <a:spcBef>
                <a:spcPts val="877"/>
              </a:spcBef>
              <a:buFont typeface="Arial" panose="020B0604020202020204" pitchFamily="34" charset="0"/>
              <a:buNone/>
              <a:defRPr sz="315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047609" indent="0" algn="ctr" defTabSz="1603766" rtl="0" eaLnBrk="1" latinLnBrk="0" hangingPunct="1">
              <a:lnSpc>
                <a:spcPct val="90000"/>
              </a:lnSpc>
              <a:spcBef>
                <a:spcPts val="877"/>
              </a:spcBef>
              <a:buFont typeface="Arial" panose="020B0604020202020204" pitchFamily="34" charset="0"/>
              <a:buNone/>
              <a:defRPr sz="315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055544" indent="0" algn="ctr" defTabSz="1603766" rtl="0" eaLnBrk="1" latinLnBrk="0" hangingPunct="1">
              <a:lnSpc>
                <a:spcPct val="90000"/>
              </a:lnSpc>
              <a:spcBef>
                <a:spcPts val="877"/>
              </a:spcBef>
              <a:buFont typeface="Arial" panose="020B0604020202020204" pitchFamily="34" charset="0"/>
              <a:buNone/>
              <a:defRPr sz="315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063478" indent="0" algn="ctr" defTabSz="1603766" rtl="0" eaLnBrk="1" latinLnBrk="0" hangingPunct="1">
              <a:lnSpc>
                <a:spcPct val="90000"/>
              </a:lnSpc>
              <a:spcBef>
                <a:spcPts val="877"/>
              </a:spcBef>
              <a:buFont typeface="Arial" panose="020B0604020202020204" pitchFamily="34" charset="0"/>
              <a:buNone/>
              <a:defRPr sz="315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tx1"/>
                </a:solidFill>
                <a:latin typeface="+mn-lt"/>
              </a:rPr>
              <a:t>Simulation-Driven Optimization of EV Charging infrastructure with SUMO</a:t>
            </a:r>
            <a:br>
              <a:rPr lang="en-US" sz="4400" dirty="0">
                <a:solidFill>
                  <a:schemeClr val="tx1"/>
                </a:solidFill>
                <a:latin typeface="+mn-lt"/>
              </a:rPr>
            </a:br>
            <a:r>
              <a:rPr lang="en-US" sz="4000" cap="none" dirty="0">
                <a:solidFill>
                  <a:schemeClr val="tx1"/>
                </a:solidFill>
                <a:latin typeface="+mn-lt"/>
              </a:rPr>
              <a:t>Achim </a:t>
            </a:r>
            <a:r>
              <a:rPr lang="en-US" sz="4000" cap="none" dirty="0" err="1">
                <a:solidFill>
                  <a:schemeClr val="tx1"/>
                </a:solidFill>
                <a:latin typeface="+mn-lt"/>
              </a:rPr>
              <a:t>Baumgärtner</a:t>
            </a:r>
            <a:r>
              <a:rPr lang="en-US" sz="4000" cap="none" dirty="0">
                <a:solidFill>
                  <a:schemeClr val="tx1"/>
                </a:solidFill>
                <a:latin typeface="+mn-lt"/>
              </a:rPr>
              <a:t>, Erik Weigand</a:t>
            </a:r>
          </a:p>
        </p:txBody>
      </p:sp>
      <p:pic>
        <p:nvPicPr>
          <p:cNvPr id="7" name="Picture 6" descr="A white background with blue text&#10;&#10;AI-generated content may be incorrect.">
            <a:extLst>
              <a:ext uri="{FF2B5EF4-FFF2-40B4-BE49-F238E27FC236}">
                <a16:creationId xmlns:a16="http://schemas.microsoft.com/office/drawing/2014/main" id="{8D3C1AD9-6FDA-671C-F499-F75ED92B5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2554" y="894511"/>
            <a:ext cx="3008570" cy="1736375"/>
          </a:xfrm>
          <a:prstGeom prst="rect">
            <a:avLst/>
          </a:prstGeom>
        </p:spPr>
      </p:pic>
      <p:pic>
        <p:nvPicPr>
          <p:cNvPr id="9" name="Picture 8" descr="A black background with black text&#10;&#10;AI-generated content may be incorrect.">
            <a:extLst>
              <a:ext uri="{FF2B5EF4-FFF2-40B4-BE49-F238E27FC236}">
                <a16:creationId xmlns:a16="http://schemas.microsoft.com/office/drawing/2014/main" id="{66F1C5E3-480C-4D44-8FD7-BBAA5C9FA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1396" y="919927"/>
            <a:ext cx="4018710" cy="155885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5065612-537D-F308-031A-6F2AB582F66B}"/>
              </a:ext>
            </a:extLst>
          </p:cNvPr>
          <p:cNvSpPr/>
          <p:nvPr/>
        </p:nvSpPr>
        <p:spPr>
          <a:xfrm>
            <a:off x="513791" y="580948"/>
            <a:ext cx="20356043" cy="29113316"/>
          </a:xfrm>
          <a:prstGeom prst="rect">
            <a:avLst/>
          </a:prstGeom>
          <a:noFill/>
          <a:ln w="571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0C2A524-C883-51A8-760F-910D31B83F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810" y="11360849"/>
            <a:ext cx="20218000" cy="746357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55B1DC7-D7D8-FF73-F447-F788E0BA012A}"/>
              </a:ext>
            </a:extLst>
          </p:cNvPr>
          <p:cNvSpPr/>
          <p:nvPr/>
        </p:nvSpPr>
        <p:spPr>
          <a:xfrm>
            <a:off x="804908" y="26463812"/>
            <a:ext cx="19773807" cy="2904566"/>
          </a:xfrm>
          <a:prstGeom prst="rect">
            <a:avLst/>
          </a:prstGeom>
          <a:noFill/>
          <a:ln w="571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4400" b="1" dirty="0">
                <a:solidFill>
                  <a:schemeClr val="tx1"/>
                </a:solidFill>
              </a:rPr>
              <a:t>Next </a:t>
            </a:r>
            <a:r>
              <a:rPr lang="de-DE" sz="4400" b="1" dirty="0" err="1">
                <a:solidFill>
                  <a:schemeClr val="tx1"/>
                </a:solidFill>
              </a:rPr>
              <a:t>Steps</a:t>
            </a:r>
            <a:endParaRPr lang="de-DE" sz="4400" b="1" dirty="0">
              <a:solidFill>
                <a:schemeClr val="tx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tx1"/>
                </a:solidFill>
              </a:rPr>
              <a:t>Generalize placement tool for any region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tx1"/>
                </a:solidFill>
              </a:rPr>
              <a:t>Interactive Dashboard</a:t>
            </a:r>
            <a:endParaRPr lang="en-US" sz="4000" dirty="0">
              <a:solidFill>
                <a:schemeClr val="tx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tx1"/>
                </a:solidFill>
              </a:rPr>
              <a:t>Estimate V2G potential and model outage/failure scenarios</a:t>
            </a:r>
            <a:endParaRPr lang="de-DE" sz="40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FACEC5-D7A6-9E70-7811-FA11667EA934}"/>
              </a:ext>
            </a:extLst>
          </p:cNvPr>
          <p:cNvSpPr/>
          <p:nvPr/>
        </p:nvSpPr>
        <p:spPr>
          <a:xfrm>
            <a:off x="804907" y="3146613"/>
            <a:ext cx="19773807" cy="7853081"/>
          </a:xfrm>
          <a:prstGeom prst="rect">
            <a:avLst/>
          </a:prstGeom>
          <a:noFill/>
          <a:ln w="571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4400" b="1" dirty="0">
                <a:solidFill>
                  <a:schemeClr val="tx1"/>
                </a:solidFill>
              </a:rPr>
              <a:t>Challenge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tx1"/>
                </a:solidFill>
              </a:rPr>
              <a:t>Rapid EV growth requires scalable, bidirectional charging—but no data‑driven way exists to pick sites, size capacity or assess impact</a:t>
            </a:r>
          </a:p>
          <a:p>
            <a:r>
              <a:rPr lang="de-DE" sz="4400" b="1" dirty="0" err="1">
                <a:solidFill>
                  <a:schemeClr val="tx1"/>
                </a:solidFill>
              </a:rPr>
              <a:t>Objectives</a:t>
            </a:r>
            <a:endParaRPr lang="de-DE" sz="4400" b="1" dirty="0">
              <a:solidFill>
                <a:schemeClr val="tx1"/>
              </a:solidFill>
            </a:endParaRPr>
          </a:p>
          <a:p>
            <a:r>
              <a:rPr lang="en-US" sz="4400" u="sng" dirty="0">
                <a:solidFill>
                  <a:schemeClr val="tx1"/>
                </a:solidFill>
              </a:rPr>
              <a:t>1. Site Identification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tx1"/>
                </a:solidFill>
              </a:rPr>
              <a:t>Build a map‑based tool (OSM + grid data) to simulate location‑specific charge/discharge demand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tx1"/>
                </a:solidFill>
              </a:rPr>
              <a:t>Pinpoint optimal bidirectional charger sites, accounting for existing infrastructure</a:t>
            </a:r>
            <a:endParaRPr lang="de-DE" sz="4000" dirty="0">
              <a:solidFill>
                <a:schemeClr val="tx1"/>
              </a:solidFill>
            </a:endParaRPr>
          </a:p>
          <a:p>
            <a:r>
              <a:rPr lang="en-US" sz="4400" u="sng" dirty="0">
                <a:solidFill>
                  <a:schemeClr val="tx1"/>
                </a:solidFill>
              </a:rPr>
              <a:t>2. Operational Simulation &amp; Scaling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tx1"/>
                </a:solidFill>
              </a:rPr>
              <a:t>Validate site placements in SUMO; simulate mobility, charging/discharging events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tx1"/>
                </a:solidFill>
              </a:rPr>
              <a:t>Determine ideal charger count, capacity and rollout sequence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tx1"/>
                </a:solidFill>
              </a:rPr>
              <a:t>Quantify grid‑level (load, flexibility) and user‑level (wait‑times, utilization) effects</a:t>
            </a:r>
            <a:endParaRPr lang="en-US" sz="4400" dirty="0">
              <a:solidFill>
                <a:schemeClr val="tx1"/>
              </a:solidFill>
            </a:endParaRPr>
          </a:p>
        </p:txBody>
      </p:sp>
      <p:pic>
        <p:nvPicPr>
          <p:cNvPr id="3" name="Picture 2" descr="A map of a city&#10;&#10;AI-generated content may be incorrect.">
            <a:extLst>
              <a:ext uri="{FF2B5EF4-FFF2-40B4-BE49-F238E27FC236}">
                <a16:creationId xmlns:a16="http://schemas.microsoft.com/office/drawing/2014/main" id="{20F40E6D-B796-6DFC-D633-CF60876C4A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769" b="20841"/>
          <a:stretch/>
        </p:blipFill>
        <p:spPr>
          <a:xfrm>
            <a:off x="804907" y="19275519"/>
            <a:ext cx="19773808" cy="6737199"/>
          </a:xfrm>
          <a:prstGeom prst="rect">
            <a:avLst/>
          </a:prstGeom>
          <a:ln w="53975">
            <a:solidFill>
              <a:schemeClr val="tx2">
                <a:lumMod val="90000"/>
                <a:lumOff val="10000"/>
              </a:schemeClr>
            </a:solidFill>
          </a:ln>
        </p:spPr>
      </p:pic>
      <p:pic>
        <p:nvPicPr>
          <p:cNvPr id="6" name="Picture 5" descr="A video game graphics of cars on a road&#10;&#10;AI-generated content may be incorrect.">
            <a:extLst>
              <a:ext uri="{FF2B5EF4-FFF2-40B4-BE49-F238E27FC236}">
                <a16:creationId xmlns:a16="http://schemas.microsoft.com/office/drawing/2014/main" id="{C79E210F-6C0E-A99D-BF46-B054785FA8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15543" y="19275518"/>
            <a:ext cx="3263171" cy="6737199"/>
          </a:xfrm>
          <a:prstGeom prst="rect">
            <a:avLst/>
          </a:prstGeom>
          <a:ln w="53975">
            <a:solidFill>
              <a:schemeClr val="tx2">
                <a:lumMod val="90000"/>
                <a:lumOff val="1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87334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144</Words>
  <Application>Microsoft Office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Lucida Grande</vt:lpstr>
      <vt:lpstr>Aptos</vt:lpstr>
      <vt:lpstr>Aptos Display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AIM Poster Template</dc:title>
  <dc:subject/>
  <dc:creator>Rainer Keller</dc:creator>
  <cp:keywords/>
  <dc:description/>
  <cp:lastModifiedBy>Erik Weigand</cp:lastModifiedBy>
  <cp:revision>249</cp:revision>
  <cp:lastPrinted>2019-09-20T14:36:16Z</cp:lastPrinted>
  <dcterms:created xsi:type="dcterms:W3CDTF">2018-10-25T12:27:21Z</dcterms:created>
  <dcterms:modified xsi:type="dcterms:W3CDTF">2025-07-21T11:14:47Z</dcterms:modified>
  <cp:category/>
</cp:coreProperties>
</file>